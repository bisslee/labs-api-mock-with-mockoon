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81" r:id="rId5"/>
    <p:sldId id="284" r:id="rId6"/>
    <p:sldId id="280" r:id="rId7"/>
    <p:sldId id="294" r:id="rId8"/>
    <p:sldId id="324" r:id="rId9"/>
    <p:sldId id="323" r:id="rId10"/>
    <p:sldId id="325" r:id="rId11"/>
    <p:sldId id="326" r:id="rId12"/>
    <p:sldId id="327" r:id="rId13"/>
    <p:sldId id="328" r:id="rId14"/>
    <p:sldId id="267" r:id="rId15"/>
    <p:sldId id="301" r:id="rId16"/>
    <p:sldId id="329" r:id="rId17"/>
    <p:sldId id="310" r:id="rId18"/>
    <p:sldId id="311" r:id="rId19"/>
    <p:sldId id="330" r:id="rId20"/>
    <p:sldId id="314" r:id="rId21"/>
    <p:sldId id="317" r:id="rId22"/>
    <p:sldId id="318" r:id="rId23"/>
    <p:sldId id="319" r:id="rId24"/>
    <p:sldId id="320" r:id="rId25"/>
    <p:sldId id="282" r:id="rId26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pt-B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7492" autoAdjust="0"/>
    <p:restoredTop sz="94915" autoAdjust="0"/>
  </p:normalViewPr>
  <p:slideViewPr>
    <p:cSldViewPr snapToGrid="0">
      <p:cViewPr varScale="1">
        <p:scale>
          <a:sx n="66" d="100"/>
          <a:sy n="66" d="100"/>
        </p:scale>
        <p:origin x="90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80" d="100"/>
          <a:sy n="80" d="100"/>
        </p:scale>
        <p:origin x="3972" y="1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pt-BR"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pt-BR" sz="1200"/>
            </a:lvl1pPr>
          </a:lstStyle>
          <a:p>
            <a:pPr rtl="0"/>
            <a:fld id="{6E8952C1-FF49-4DE9-B273-63B21BE8D19A}" type="datetime1">
              <a:rPr lang="pt-BR" smtClean="0"/>
              <a:t>14/04/2025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pt-BR"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pt-BR" sz="1200"/>
            </a:lvl1pPr>
          </a:lstStyle>
          <a:p>
            <a:pPr rtl="0"/>
            <a:fld id="{EF757874-EF65-4B61-B062-40C932C8129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pt-BR"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pt-BR" sz="1200"/>
            </a:lvl1pPr>
          </a:lstStyle>
          <a:p>
            <a:fld id="{28CE1D23-92FC-4FDC-88AB-1F1F9BAAB6C3}" type="datetime1">
              <a:rPr lang="pt-BR" smtClean="0"/>
              <a:pPr/>
              <a:t>14/04/2025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pt-BR"/>
            </a:defPPr>
          </a:lstStyle>
          <a:p>
            <a:pPr rtl="0"/>
            <a:endParaRPr lang="pt-BR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pt-BR"/>
            </a:defPPr>
          </a:lstStyle>
          <a:p>
            <a:pPr lvl="0" rtl="0"/>
            <a:r>
              <a:rPr lang="pt-BR"/>
              <a:t>Clique para editar o texto Mestre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pt-BR" sz="1200"/>
            </a:lvl1pPr>
          </a:lstStyle>
          <a:p>
            <a:pPr rtl="0"/>
            <a:endParaRPr lang="pt-BR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pt-BR" sz="1200"/>
            </a:lvl1pPr>
          </a:lstStyle>
          <a:p>
            <a:pPr rtl="0"/>
            <a:fld id="{55247812-3409-784D-BAE7-ABE53735D59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50300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pt-B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6875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23A35-1FA6-84F9-C9C9-8EFD760A5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167CDB01-A300-500A-E9FF-5021D5B21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F3B90371-6E13-9BA6-3274-E7DFC0AA8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75DD689E-823E-FB48-22C9-BEE63C553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72940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50178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6E320-5846-E4F6-87FD-C9166C046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490DC1D7-5901-6AF2-929E-6D145B56B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B7EF0493-C028-9252-4BB7-C675217850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0868A043-F2A1-EFCD-32C2-1CAE66A7CE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9640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D6B64-9CC4-A2D5-2E87-A1A71D2D8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B0B66284-7DC2-AA50-3F00-0BF4E23EA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47E391ED-F0C6-F0A0-9017-7A1B3973D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51F9BC7E-3D2D-E861-DA9A-6A54F139BC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051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BF5EC-B8B9-B4A4-2F65-803ADE3C6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15799012-BEBF-C60F-8007-A1A032AE1B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7798CBCA-CA90-F20F-EEEF-527CB6085D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F6CBFB34-2F56-FB4A-2F06-694DAB742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92629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8E210-FC95-BD4D-2563-82422444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D94BE3E3-B334-A883-DA83-4397C72D2E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361BB40E-D5C4-D949-5DFE-E53ABEC1DD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53AB114C-BCD2-CE32-1DB8-30C03A6CBA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35413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3F4D5-8E19-296F-0322-E8E2CCF06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745120D6-AE27-4578-8094-39C2EEBFC7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A350E69D-46A5-80C4-C363-334C4B25F1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EB933589-E34E-EFC9-14EE-33F494BF8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00540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6D17-FE30-C6E8-AD5F-A9B06050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752104DE-6902-743B-2C25-3DEEF6584F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45C86D6F-57A1-BC12-6C14-EC1B3A4F5F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D5E29FB-3431-7EF7-B5FA-C9DEB8F7A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19632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D1E08-358E-CF95-6F05-B6B72741A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C131D4E7-736B-1CD4-D63E-D528E0735B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BF750890-4404-40FA-AF3A-DE1C9F028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B18C0E02-7FC6-EE45-075E-F82D4925E5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6436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C9793-DF3A-D71A-5FC5-D05F621E5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>
            <a:extLst>
              <a:ext uri="{FF2B5EF4-FFF2-40B4-BE49-F238E27FC236}">
                <a16:creationId xmlns:a16="http://schemas.microsoft.com/office/drawing/2014/main" id="{D974DF5C-5305-CF71-FDBC-44353F5AA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>
            <a:extLst>
              <a:ext uri="{FF2B5EF4-FFF2-40B4-BE49-F238E27FC236}">
                <a16:creationId xmlns:a16="http://schemas.microsoft.com/office/drawing/2014/main" id="{406345B8-7240-181F-539A-43765C61E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6944DB69-79E5-B97B-D9F2-867B8CE659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34535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pt-BR"/>
            </a:defPPr>
          </a:lstStyle>
          <a:p>
            <a:pPr rtl="0"/>
            <a:fld id="{55247812-3409-784D-BAE7-ABE53735D59F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0596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Imagem 6">
            <a:extLst>
              <a:ext uri="{FF2B5EF4-FFF2-40B4-BE49-F238E27FC236}">
                <a16:creationId xmlns:a16="http://schemas.microsoft.com/office/drawing/2014/main" id="{7A7F58C7-D277-8F14-F024-4B41D20D054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 algn="ctr">
              <a:buNone/>
              <a:defRPr lang="pt-BR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pt-BR"/>
              <a:t>Clique no ícone para adicionar uma imagem</a:t>
            </a:r>
            <a:endParaRPr lang="pt-BR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2286000"/>
            <a:ext cx="9144000" cy="2286000"/>
          </a:xfrm>
        </p:spPr>
        <p:txBody>
          <a:bodyPr rtlCol="0" anchor="ctr" anchorCtr="0">
            <a:noAutofit/>
          </a:bodyPr>
          <a:lstStyle>
            <a:lvl1pPr algn="ctr">
              <a:defRPr lang="pt-BR" sz="4800">
                <a:solidFill>
                  <a:schemeClr val="bg1"/>
                </a:solidFill>
              </a:defRPr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2816" y="457200"/>
            <a:ext cx="4837176" cy="1993392"/>
          </a:xfrm>
        </p:spPr>
        <p:txBody>
          <a:bodyPr rtlCol="0" anchor="b">
            <a:noAutofit/>
          </a:bodyPr>
          <a:lstStyle>
            <a:lvl1pPr>
              <a:defRPr lang="pt-BR" sz="32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10" name="Espaço Reservado para Imagem 9">
            <a:extLst>
              <a:ext uri="{FF2B5EF4-FFF2-40B4-BE49-F238E27FC236}">
                <a16:creationId xmlns:a16="http://schemas.microsoft.com/office/drawing/2014/main" id="{6B8CBAD6-FC79-B2BB-0B67-26429A6D4C8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8882" y="0"/>
            <a:ext cx="6115050" cy="6858000"/>
          </a:xfrm>
          <a:prstGeom prst="parallelogram">
            <a:avLst/>
          </a:prstGeom>
          <a:ln>
            <a:noFill/>
          </a:ln>
        </p:spPr>
        <p:txBody>
          <a:bodyPr tIns="0" rtlCol="0">
            <a:normAutofit/>
          </a:bodyPr>
          <a:lstStyle>
            <a:lvl1pPr marL="0" indent="0" algn="ctr">
              <a:buNone/>
              <a:defRPr lang="pt-BR" sz="2000"/>
            </a:lvl1pPr>
          </a:lstStyle>
          <a:p>
            <a:pPr rtl="0"/>
            <a:r>
              <a:rPr lang="pt-BR"/>
              <a:t>Clique no ícone para adicionar uma imagem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62818" y="2752344"/>
            <a:ext cx="4837174" cy="3136392"/>
          </a:xfrm>
        </p:spPr>
        <p:txBody>
          <a:bodyPr rtlCol="0" anchor="t" anchorCtr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buNone/>
              <a:defRPr lang="pt-BR" sz="1800" cap="all" spc="300" baseline="0"/>
            </a:lvl1pPr>
            <a:lvl2pPr marL="457200" indent="0">
              <a:lnSpc>
                <a:spcPct val="150000"/>
              </a:lnSpc>
              <a:spcBef>
                <a:spcPts val="1000"/>
              </a:spcBef>
              <a:buNone/>
              <a:defRPr lang="pt-BR" sz="1800" cap="all" spc="300" baseline="0"/>
            </a:lvl2pPr>
            <a:lvl3pPr marL="914400" indent="0">
              <a:lnSpc>
                <a:spcPct val="150000"/>
              </a:lnSpc>
              <a:spcBef>
                <a:spcPts val="1000"/>
              </a:spcBef>
              <a:buNone/>
              <a:defRPr lang="pt-BR" sz="1800" cap="all" spc="300" baseline="0"/>
            </a:lvl3pPr>
            <a:lvl4pPr marL="1371600" indent="0">
              <a:lnSpc>
                <a:spcPct val="150000"/>
              </a:lnSpc>
              <a:spcBef>
                <a:spcPts val="1000"/>
              </a:spcBef>
              <a:buNone/>
              <a:defRPr lang="pt-BR" sz="1800" cap="all" spc="300" baseline="0"/>
            </a:lvl4pPr>
            <a:lvl5pPr marL="1828800" indent="0">
              <a:lnSpc>
                <a:spcPct val="150000"/>
              </a:lnSpc>
              <a:spcBef>
                <a:spcPts val="1000"/>
              </a:spcBef>
              <a:buNone/>
              <a:defRPr lang="pt-BR" sz="1800" cap="all" spc="300" baseline="0"/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34796A3-781D-5244-DAB8-2D6EE0AC3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817" y="6303963"/>
            <a:ext cx="4837174" cy="554037"/>
          </a:xfrm>
          <a:prstGeom prst="rect">
            <a:avLst/>
          </a:prstGeom>
          <a:gradFill flip="none" rotWithShape="1">
            <a:gsLst>
              <a:gs pos="27000">
                <a:schemeClr val="accent1">
                  <a:lumMod val="5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75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+ subtítulo +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7600" y="762000"/>
            <a:ext cx="5066250" cy="2900680"/>
          </a:xfrm>
        </p:spPr>
        <p:txBody>
          <a:bodyPr rtlCol="0" anchor="b">
            <a:noAutofit/>
          </a:bodyPr>
          <a:lstStyle>
            <a:lvl1pPr algn="ctr">
              <a:defRPr lang="pt-BR" sz="3200"/>
            </a:lvl1pPr>
          </a:lstStyle>
          <a:p>
            <a:pPr rtl="0"/>
            <a:r>
              <a:rPr lang="pt-BR"/>
              <a:t>Clique para editar o estilo de título Mestre</a:t>
            </a:r>
            <a:endParaRPr lang="pt-BR" dirty="0"/>
          </a:p>
        </p:txBody>
      </p:sp>
      <p:sp>
        <p:nvSpPr>
          <p:cNvPr id="12" name="Espaço Reservado para Imagem 11">
            <a:extLst>
              <a:ext uri="{FF2B5EF4-FFF2-40B4-BE49-F238E27FC236}">
                <a16:creationId xmlns:a16="http://schemas.microsoft.com/office/drawing/2014/main" id="{82836803-D9E6-3DF1-3B90-1E7E677CC7B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 flipH="1">
            <a:off x="6086167" y="-22225"/>
            <a:ext cx="6080760" cy="6902450"/>
          </a:xfrm>
          <a:prstGeom prst="parallelogram">
            <a:avLst/>
          </a:prstGeom>
          <a:ln>
            <a:noFill/>
          </a:ln>
        </p:spPr>
        <p:txBody>
          <a:bodyPr lIns="0" tIns="0" rtlCol="0">
            <a:normAutofit/>
          </a:bodyPr>
          <a:lstStyle>
            <a:lvl1pPr marL="0" indent="0" algn="l">
              <a:buNone/>
              <a:defRPr lang="pt-BR" sz="2000"/>
            </a:lvl1pPr>
          </a:lstStyle>
          <a:p>
            <a:pPr rtl="0"/>
            <a:r>
              <a:rPr lang="pt-BR"/>
              <a:t>Clique no ícone para adicionar uma imagem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17600" y="4145280"/>
            <a:ext cx="5066250" cy="690880"/>
          </a:xfrm>
          <a:gradFill flip="none" rotWithShape="1">
            <a:gsLst>
              <a:gs pos="27000">
                <a:schemeClr val="accent1">
                  <a:lumMod val="5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75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>
              <a:buNone/>
              <a:defRPr lang="pt-BR" sz="1800">
                <a:solidFill>
                  <a:schemeClr val="lt1"/>
                </a:solidFill>
                <a:latin typeface="Congenial Black" panose="02000503040000020004" pitchFamily="2" charset="0"/>
              </a:defRPr>
            </a:lvl1pPr>
          </a:lstStyle>
          <a:p>
            <a:pPr marL="0" lvl="0" algn="ctr"/>
            <a:r>
              <a:rPr lang="pt-BR" dirty="0"/>
              <a:t>Clique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1924186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2425" y="466344"/>
            <a:ext cx="6241651" cy="1710354"/>
          </a:xfrm>
        </p:spPr>
        <p:txBody>
          <a:bodyPr bIns="0" rtlCol="0" anchor="ctr" anchorCtr="0">
            <a:noAutofit/>
          </a:bodyPr>
          <a:lstStyle>
            <a:lvl1pPr>
              <a:defRPr lang="pt-BR" sz="32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10" name="Espaço Reservado para Imagem 9">
            <a:extLst>
              <a:ext uri="{FF2B5EF4-FFF2-40B4-BE49-F238E27FC236}">
                <a16:creationId xmlns:a16="http://schemas.microsoft.com/office/drawing/2014/main" id="{511A5385-FB23-93A8-2B8F-9887244244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287838" cy="6858000"/>
          </a:xfrm>
        </p:spPr>
        <p:txBody>
          <a:bodyPr rtlCol="0">
            <a:normAutofit/>
          </a:bodyPr>
          <a:lstStyle>
            <a:lvl1pPr marL="0" indent="0" algn="ctr">
              <a:buNone/>
              <a:defRPr lang="pt-BR" sz="2000"/>
            </a:lvl1pPr>
          </a:lstStyle>
          <a:p>
            <a:pPr rtl="0"/>
            <a:r>
              <a:rPr lang="pt-BR"/>
              <a:t>Clique no ícone para adicionar uma imagem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242426" y="2286000"/>
            <a:ext cx="6241650" cy="3474720"/>
          </a:xfrm>
        </p:spPr>
        <p:txBody>
          <a:bodyPr rtlCol="0">
            <a:normAutofit/>
          </a:bodyPr>
          <a:lstStyle>
            <a:lvl1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/>
            </a:lvl1pPr>
            <a:lvl2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/>
            </a:lvl2pPr>
            <a:lvl3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/>
            </a:lvl3pPr>
            <a:lvl4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/>
            </a:lvl4pPr>
            <a:lvl5pPr marL="2286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/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0E25A87-9155-9E07-878F-CEC0B137C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91586" y="6303963"/>
            <a:ext cx="4287186" cy="554037"/>
          </a:xfrm>
          <a:prstGeom prst="rect">
            <a:avLst/>
          </a:prstGeom>
          <a:gradFill flip="none" rotWithShape="1">
            <a:gsLst>
              <a:gs pos="27000">
                <a:schemeClr val="accent1">
                  <a:lumMod val="5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75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pt-BR"/>
            </a:defPPr>
          </a:lstStyle>
          <a:p>
            <a:pPr lvl="0" algn="ctr"/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+ 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43000"/>
            <a:ext cx="9144000" cy="2286000"/>
          </a:xfrm>
        </p:spPr>
        <p:txBody>
          <a:bodyPr rtlCol="0" anchor="b">
            <a:noAutofit/>
          </a:bodyPr>
          <a:lstStyle>
            <a:lvl1pPr algn="ctr">
              <a:defRPr lang="pt-BR" sz="48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835198"/>
            <a:ext cx="9144000" cy="683219"/>
          </a:xfrm>
          <a:gradFill flip="none" rotWithShape="1">
            <a:gsLst>
              <a:gs pos="100000">
                <a:schemeClr val="accent1">
                  <a:lumMod val="60000"/>
                  <a:lumOff val="40000"/>
                </a:schemeClr>
              </a:gs>
              <a:gs pos="1794">
                <a:schemeClr val="accent1">
                  <a:lumMod val="60000"/>
                  <a:lumOff val="40000"/>
                </a:schemeClr>
              </a:gs>
              <a:gs pos="74000">
                <a:schemeClr val="accent1">
                  <a:lumMod val="50000"/>
                </a:schemeClr>
              </a:gs>
              <a:gs pos="28000">
                <a:schemeClr val="accent1">
                  <a:lumMod val="50000"/>
                </a:schemeClr>
              </a:gs>
            </a:gsLst>
            <a:lin ang="2700000" scaled="1"/>
            <a:tileRect/>
          </a:gradFill>
        </p:spPr>
        <p:txBody>
          <a:bodyPr rtlCol="0" anchor="ctr">
            <a:normAutofit/>
          </a:bodyPr>
          <a:lstStyle>
            <a:lvl1pPr marL="0" indent="0" algn="ctr">
              <a:buNone/>
              <a:defRPr lang="pt-BR" sz="2400" cap="all" spc="3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lang="pt-BR" sz="2000"/>
            </a:lvl2pPr>
            <a:lvl3pPr marL="914400" indent="0" algn="ctr">
              <a:buNone/>
              <a:defRPr lang="pt-BR" sz="1800"/>
            </a:lvl3pPr>
            <a:lvl4pPr marL="1371600" indent="0" algn="ctr">
              <a:buNone/>
              <a:defRPr lang="pt-BR" sz="1600"/>
            </a:lvl4pPr>
            <a:lvl5pPr marL="1828800" indent="0" algn="ctr">
              <a:buNone/>
              <a:defRPr lang="pt-BR" sz="1600"/>
            </a:lvl5pPr>
            <a:lvl6pPr marL="2286000" indent="0" algn="ctr">
              <a:buNone/>
              <a:defRPr lang="pt-BR" sz="1600"/>
            </a:lvl6pPr>
            <a:lvl7pPr marL="2743200" indent="0" algn="ctr">
              <a:buNone/>
              <a:defRPr lang="pt-BR" sz="1600"/>
            </a:lvl7pPr>
            <a:lvl8pPr marL="3200400" indent="0" algn="ctr">
              <a:buNone/>
              <a:defRPr lang="pt-BR" sz="1600"/>
            </a:lvl8pPr>
            <a:lvl9pPr marL="3657600" indent="0" algn="ctr">
              <a:buNone/>
              <a:defRPr lang="pt-BR" sz="1600"/>
            </a:lvl9pPr>
          </a:lstStyle>
          <a:p>
            <a:pPr lvl="0" rtl="0"/>
            <a:r>
              <a:rPr lang="pt-BR" dirty="0"/>
              <a:t>Clique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is Conteúdo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>
            <a:extLst>
              <a:ext uri="{FF2B5EF4-FFF2-40B4-BE49-F238E27FC236}">
                <a16:creationId xmlns:a16="http://schemas.microsoft.com/office/drawing/2014/main" id="{29577E27-B60E-C6DD-BAAF-5CCC3D59E5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27000">
                <a:schemeClr val="accent1">
                  <a:lumMod val="5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75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pt-BR"/>
            </a:defPPr>
          </a:lstStyle>
          <a:p>
            <a:pPr lvl="0"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rtlCol="0" anchor="ctr" anchorCtr="0">
            <a:noAutofit/>
          </a:bodyPr>
          <a:lstStyle>
            <a:lvl1pPr algn="ctr">
              <a:defRPr lang="pt-BR" sz="32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9" name="Espaço Reservado para Conteúdo 10">
            <a:extLst>
              <a:ext uri="{FF2B5EF4-FFF2-40B4-BE49-F238E27FC236}">
                <a16:creationId xmlns:a16="http://schemas.microsoft.com/office/drawing/2014/main" id="{964CA031-27E0-D0AA-1451-A904CCF234F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199" y="2024781"/>
            <a:ext cx="5212079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pt-BR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2" name="Espaço Reservado para Conteúdo 10">
            <a:extLst>
              <a:ext uri="{FF2B5EF4-FFF2-40B4-BE49-F238E27FC236}">
                <a16:creationId xmlns:a16="http://schemas.microsoft.com/office/drawing/2014/main" id="{81FE0D7D-86B7-CCD2-A7A1-70E95846B5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pt-BR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fld id="{D6D8061D-18C3-4F4F-85EF-561633F58754}" type="datetimeFigureOut">
              <a:rPr lang="pt-BR" smtClean="0"/>
              <a:pPr/>
              <a:t>14/04/2025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fld id="{CBD12358-51D2-46B3-9BDE-DF29528B9454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is Conteúdo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75D095C1-6B28-3C6E-61BD-B43BBD1BC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74000">
                <a:schemeClr val="accent1">
                  <a:lumMod val="5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27000">
                <a:schemeClr val="accent1">
                  <a:lumMod val="5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880"/>
          </a:xfrm>
        </p:spPr>
        <p:txBody>
          <a:bodyPr rtlCol="0" anchor="ctr" anchorCtr="0">
            <a:noAutofit/>
          </a:bodyPr>
          <a:lstStyle>
            <a:lvl1pPr algn="ctr">
              <a:defRPr lang="pt-BR" sz="32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11" name="Espaço Reservado para Conteúdo 10">
            <a:extLst>
              <a:ext uri="{FF2B5EF4-FFF2-40B4-BE49-F238E27FC236}">
                <a16:creationId xmlns:a16="http://schemas.microsoft.com/office/drawing/2014/main" id="{2D2DE411-9D7C-15AE-0B59-F26B2BF8C52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2024781"/>
            <a:ext cx="2878394" cy="4137189"/>
          </a:xfrm>
        </p:spPr>
        <p:txBody>
          <a:bodyPr rtlCol="0">
            <a:normAutofit/>
          </a:bodyPr>
          <a:lstStyle>
            <a:lvl1pPr marL="3429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eriod"/>
              <a:defRPr lang="pt-BR" sz="1800">
                <a:latin typeface="+mn-lt"/>
              </a:defRPr>
            </a:lvl1pPr>
            <a:lvl2pPr marL="8001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eriod"/>
              <a:defRPr lang="pt-BR" sz="1800">
                <a:latin typeface="+mn-lt"/>
              </a:defRPr>
            </a:lvl2pPr>
            <a:lvl3pPr marL="12573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rabicParenR"/>
              <a:defRPr lang="pt-BR" sz="1800">
                <a:latin typeface="+mn-lt"/>
              </a:defRPr>
            </a:lvl3pPr>
            <a:lvl4pPr marL="1714500" indent="-3429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+mj-lt"/>
              <a:buAutoNum type="alphaLcParenR"/>
              <a:defRPr lang="pt-BR" sz="1800">
                <a:latin typeface="+mn-lt"/>
              </a:defRPr>
            </a:lvl4pPr>
            <a:lvl5pPr marL="2057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</p:txBody>
      </p:sp>
      <p:sp>
        <p:nvSpPr>
          <p:cNvPr id="4" name="Espaço Reservado para Conteúdo 10">
            <a:extLst>
              <a:ext uri="{FF2B5EF4-FFF2-40B4-BE49-F238E27FC236}">
                <a16:creationId xmlns:a16="http://schemas.microsoft.com/office/drawing/2014/main" id="{60FEDE7C-502F-ECFE-4136-E99206849C2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59795" y="2024780"/>
            <a:ext cx="4894006" cy="4137189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pt-BR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fld id="{D6D8061D-18C3-4F4F-85EF-561633F58754}" type="datetimeFigureOut">
              <a:rPr lang="pt-BR" smtClean="0"/>
              <a:pPr/>
              <a:t>14/04/2025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fld id="{CBD12358-51D2-46B3-9BDE-DF29528B9454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+ imagem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48056"/>
            <a:ext cx="6172200" cy="1581912"/>
          </a:xfrm>
        </p:spPr>
        <p:txBody>
          <a:bodyPr rtlCol="0" anchor="b" anchorCtr="0">
            <a:noAutofit/>
          </a:bodyPr>
          <a:lstStyle>
            <a:lvl1pPr>
              <a:defRPr lang="pt-BR" sz="3200"/>
            </a:lvl1pPr>
          </a:lstStyle>
          <a:p>
            <a:pPr rtl="0"/>
            <a:r>
              <a:rPr lang="pt-BR"/>
              <a:t>Clique para editar o estilo de título Mestre</a:t>
            </a:r>
          </a:p>
        </p:txBody>
      </p:sp>
      <p:sp>
        <p:nvSpPr>
          <p:cNvPr id="4" name="Espaço Reservado para Conteúdo 10">
            <a:extLst>
              <a:ext uri="{FF2B5EF4-FFF2-40B4-BE49-F238E27FC236}">
                <a16:creationId xmlns:a16="http://schemas.microsoft.com/office/drawing/2014/main" id="{5F30E2A0-23EF-51B1-8ABD-00429EEA064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8200" y="2257063"/>
            <a:ext cx="4894006" cy="3904906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pt-BR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AF15552F-C66B-341F-2D37-0389710BA5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00938" y="-22225"/>
            <a:ext cx="4714875" cy="68802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pt-BR" sz="2000"/>
            </a:lvl1pPr>
          </a:lstStyle>
          <a:p>
            <a:pPr rtl="0"/>
            <a:r>
              <a:rPr lang="pt-BR"/>
              <a:t>Clique no ícone para adicionar uma imagem</a:t>
            </a:r>
            <a:endParaRPr lang="pt-BR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D8DCC6D-8B88-7BE0-7240-F743AE09E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814" y="6303963"/>
            <a:ext cx="4287186" cy="554037"/>
          </a:xfrm>
          <a:prstGeom prst="rect">
            <a:avLst/>
          </a:prstGeom>
          <a:gradFill flip="none" rotWithShape="1">
            <a:gsLst>
              <a:gs pos="27000">
                <a:schemeClr val="accent1">
                  <a:lumMod val="5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75000">
                <a:schemeClr val="accent1">
                  <a:lumMod val="5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pt-BR"/>
            </a:defPPr>
          </a:lstStyle>
          <a:p>
            <a:pPr lvl="0" algn="ctr"/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+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E3A28782-F893-C3FA-EBC6-7D48545C4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74000">
                <a:schemeClr val="accent1">
                  <a:lumMod val="5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27000">
                <a:schemeClr val="accent1">
                  <a:lumMod val="5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rtlCol="0" anchor="ctr" anchorCtr="0">
            <a:noAutofit/>
          </a:bodyPr>
          <a:lstStyle>
            <a:lvl1pPr algn="ctr">
              <a:defRPr lang="pt-BR" sz="32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4" name="Espaço Reservado para Conteúdo 10">
            <a:extLst>
              <a:ext uri="{FF2B5EF4-FFF2-40B4-BE49-F238E27FC236}">
                <a16:creationId xmlns:a16="http://schemas.microsoft.com/office/drawing/2014/main" id="{9C3ED3BF-FF6B-07FA-72C4-F6102A8558A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96074" y="2106591"/>
            <a:ext cx="2067045" cy="3633787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pt-BR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6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4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4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200">
                <a:latin typeface="+mn-lt"/>
              </a:defRPr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8" name="Espaço Reservado para Tabela 7">
            <a:extLst>
              <a:ext uri="{FF2B5EF4-FFF2-40B4-BE49-F238E27FC236}">
                <a16:creationId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3483980" y="2106591"/>
            <a:ext cx="7869820" cy="4016713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/>
              <a:t>Clique no ícone para adicionar uma tabela</a:t>
            </a:r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fld id="{D6D8061D-18C3-4F4F-85EF-561633F58754}" type="datetimeFigureOut">
              <a:rPr lang="pt-BR" smtClean="0"/>
              <a:pPr/>
              <a:t>14/04/2025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fld id="{CBD12358-51D2-46B3-9BDE-DF29528B9454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is Conteúdo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760"/>
            <a:ext cx="10515600" cy="1325563"/>
          </a:xfrm>
        </p:spPr>
        <p:txBody>
          <a:bodyPr rtlCol="0" anchor="ctr" anchorCtr="0">
            <a:noAutofit/>
          </a:bodyPr>
          <a:lstStyle>
            <a:lvl1pPr algn="ctr">
              <a:defRPr lang="pt-BR" sz="32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8" name="Espaço Reservado para Conteúdo 10">
            <a:extLst>
              <a:ext uri="{FF2B5EF4-FFF2-40B4-BE49-F238E27FC236}">
                <a16:creationId xmlns:a16="http://schemas.microsoft.com/office/drawing/2014/main" id="{A524C1E0-92FE-D7D2-83A7-46D29A83887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38200" y="1790329"/>
            <a:ext cx="5134335" cy="4113054"/>
          </a:xfrm>
        </p:spPr>
        <p:txBody>
          <a:bodyPr rtlCol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pt-BR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1" name="Espaço Reservado para Conteúdo 10">
            <a:extLst>
              <a:ext uri="{FF2B5EF4-FFF2-40B4-BE49-F238E27FC236}">
                <a16:creationId xmlns:a16="http://schemas.microsoft.com/office/drawing/2014/main" id="{427E0367-8E38-8905-DC9A-D0C376A591A7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19464" y="1790329"/>
            <a:ext cx="5134335" cy="4113054"/>
          </a:xfrm>
        </p:spPr>
        <p:txBody>
          <a:bodyPr rtlCol="0">
            <a:normAutofit/>
          </a:bodyPr>
          <a:lstStyle>
            <a:lvl1pPr marL="0" indent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Font typeface="Wingdings" panose="05000000000000000000" pitchFamily="2" charset="2"/>
              <a:buNone/>
              <a:defRPr lang="pt-BR" sz="1800">
                <a:latin typeface="+mn-lt"/>
              </a:defRPr>
            </a:lvl1pPr>
            <a:lvl2pPr marL="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2pPr>
            <a:lvl3pPr marL="4572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3pPr>
            <a:lvl4pPr marL="6858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4pPr>
            <a:lvl5pPr marL="914400" indent="-228600">
              <a:spcBef>
                <a:spcPts val="1000"/>
              </a:spcBef>
              <a:spcAft>
                <a:spcPts val="10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lang="pt-BR" sz="1800">
                <a:latin typeface="+mn-lt"/>
              </a:defRPr>
            </a:lvl5pPr>
          </a:lstStyle>
          <a:p>
            <a:pPr lvl="0" rtl="0"/>
            <a:r>
              <a:rPr lang="pt-BR"/>
              <a:t>Clique para adicionar o texto</a:t>
            </a:r>
          </a:p>
          <a:p>
            <a:pPr lvl="1" rtl="0"/>
            <a:r>
              <a:rPr lang="pt-BR"/>
              <a:t>Segundo nível</a:t>
            </a:r>
          </a:p>
          <a:p>
            <a:pPr lvl="2" rtl="0"/>
            <a:r>
              <a:rPr lang="pt-BR"/>
              <a:t>Terceiro nível</a:t>
            </a:r>
          </a:p>
          <a:p>
            <a:pPr lvl="3" rtl="0"/>
            <a:r>
              <a:rPr lang="pt-BR"/>
              <a:t>Quarto nível</a:t>
            </a:r>
          </a:p>
          <a:p>
            <a:pPr lvl="4" rtl="0"/>
            <a:r>
              <a:rPr lang="pt-BR"/>
              <a:t>Quinto nível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3D847DE-29F2-8ABB-1718-34BED4F377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74000">
                <a:schemeClr val="accent1">
                  <a:lumMod val="5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27000">
                <a:schemeClr val="accent1">
                  <a:lumMod val="5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fld id="{D6D8061D-18C3-4F4F-85EF-561633F58754}" type="datetimeFigureOut">
              <a:rPr lang="pt-BR" smtClean="0"/>
              <a:pPr/>
              <a:t>14/04/2025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fld id="{CBD12358-51D2-46B3-9BDE-DF29528B9454}" type="slidenum">
              <a:rPr lang="pt-BR" smtClean="0"/>
              <a:pPr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9222C72F-D915-D364-A242-DF6E489CB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3963"/>
            <a:ext cx="12192000" cy="554037"/>
          </a:xfrm>
          <a:prstGeom prst="rect">
            <a:avLst/>
          </a:prstGeom>
          <a:gradFill flip="none" rotWithShape="1">
            <a:gsLst>
              <a:gs pos="74000">
                <a:schemeClr val="accent1">
                  <a:lumMod val="50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  <a:gs pos="27000">
                <a:schemeClr val="accent1">
                  <a:lumMod val="50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>
            <a:defPPr>
              <a:defRPr lang="pt-BR"/>
            </a:defPPr>
          </a:lstStyle>
          <a:p>
            <a:pPr algn="ctr" rtl="0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 anchor="ctr" anchorCtr="0">
            <a:noAutofit/>
          </a:bodyPr>
          <a:lstStyle>
            <a:lvl1pPr algn="ctr">
              <a:defRPr lang="pt-BR" sz="3200"/>
            </a:lvl1pPr>
          </a:lstStyle>
          <a:p>
            <a:pPr rtl="0"/>
            <a:r>
              <a:rPr lang="pt-BR"/>
              <a:t>Clique para adicionar um título</a:t>
            </a:r>
          </a:p>
        </p:txBody>
      </p:sp>
      <p:sp>
        <p:nvSpPr>
          <p:cNvPr id="8" name="Espaço Reservado para Tabela 7">
            <a:extLst>
              <a:ext uri="{FF2B5EF4-FFF2-40B4-BE49-F238E27FC236}">
                <a16:creationId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13186" y="2107800"/>
            <a:ext cx="10965628" cy="3920196"/>
          </a:xfrm>
        </p:spPr>
        <p:txBody>
          <a:bodyPr rtlCol="0"/>
          <a:lstStyle>
            <a:lvl1pPr>
              <a:defRPr lang="pt-BR"/>
            </a:lvl1pPr>
          </a:lstStyle>
          <a:p>
            <a:pPr rtl="0"/>
            <a:r>
              <a:rPr lang="pt-BR"/>
              <a:t>Clicar no ícone para adicionar uma tabela</a:t>
            </a:r>
            <a:endParaRPr lang="pt-BR" dirty="0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fld id="{D6D8061D-18C3-4F4F-85EF-561633F58754}" type="datetimeFigureOut">
              <a:rPr lang="pt-BR" smtClean="0"/>
              <a:pPr/>
              <a:t>14/04/2025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pt-BR"/>
            </a:defPPr>
            <a:lvl1pPr>
              <a:defRPr>
                <a:solidFill>
                  <a:schemeClr val="bg1"/>
                </a:solidFill>
              </a:defRPr>
            </a:lvl1pPr>
          </a:lstStyle>
          <a:p>
            <a:fld id="{CBD12358-51D2-46B3-9BDE-DF29528B9454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spaço Reservado para Imagem 11">
            <a:extLst>
              <a:ext uri="{FF2B5EF4-FFF2-40B4-BE49-F238E27FC236}">
                <a16:creationId xmlns:a16="http://schemas.microsoft.com/office/drawing/2014/main" id="{76EE6F3F-63EB-5C0E-2307-3B7CBBA1C37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solidFill>
            <a:schemeClr val="accent1"/>
          </a:solidFill>
        </p:spPr>
        <p:txBody>
          <a:bodyPr rtlCol="0">
            <a:normAutofit/>
          </a:bodyPr>
          <a:lstStyle>
            <a:lvl1pPr marL="0" indent="0" algn="ctr">
              <a:buNone/>
              <a:defRPr lang="pt-BR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pt-BR" dirty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437" y="400485"/>
            <a:ext cx="9467127" cy="2527911"/>
          </a:xfrm>
        </p:spPr>
        <p:txBody>
          <a:bodyPr rtlCol="0" anchor="b">
            <a:noAutofit/>
          </a:bodyPr>
          <a:lstStyle>
            <a:lvl1pPr algn="ctr">
              <a:spcBef>
                <a:spcPts val="1000"/>
              </a:spcBef>
              <a:defRPr lang="pt-BR">
                <a:solidFill>
                  <a:schemeClr val="bg1"/>
                </a:solidFill>
              </a:defRPr>
            </a:lvl1pPr>
          </a:lstStyle>
          <a:p>
            <a:pPr rtl="0"/>
            <a:r>
              <a:rPr lang="pt-BR" dirty="0"/>
              <a:t>Clique para adicionar um título</a:t>
            </a:r>
          </a:p>
        </p:txBody>
      </p:sp>
      <p:sp>
        <p:nvSpPr>
          <p:cNvPr id="10" name="Espaço Reservado para Texto 9">
            <a:extLst>
              <a:ext uri="{FF2B5EF4-FFF2-40B4-BE49-F238E27FC236}">
                <a16:creationId xmlns:a16="http://schemas.microsoft.com/office/drawing/2014/main" id="{E12DA517-30B0-BC62-0422-F995FB9189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075" y="3738622"/>
            <a:ext cx="9467850" cy="2527911"/>
          </a:xfrm>
        </p:spPr>
        <p:txBody>
          <a:bodyPr rtlCol="0">
            <a:normAutofit/>
          </a:bodyPr>
          <a:lstStyle>
            <a:lvl1pPr marL="0" indent="0" algn="ctr">
              <a:spcBef>
                <a:spcPts val="1000"/>
              </a:spcBef>
              <a:buNone/>
              <a:defRPr lang="pt-BR" sz="1800">
                <a:solidFill>
                  <a:schemeClr val="bg1"/>
                </a:solidFill>
              </a:defRPr>
            </a:lvl1pPr>
            <a:lvl2pPr marL="457200" indent="0" algn="ctr">
              <a:spcBef>
                <a:spcPts val="1000"/>
              </a:spcBef>
              <a:buNone/>
              <a:defRPr lang="pt-BR" sz="1800">
                <a:solidFill>
                  <a:schemeClr val="bg1"/>
                </a:solidFill>
              </a:defRPr>
            </a:lvl2pPr>
            <a:lvl3pPr marL="914400" indent="0" algn="ctr">
              <a:spcBef>
                <a:spcPts val="1000"/>
              </a:spcBef>
              <a:buNone/>
              <a:defRPr lang="pt-BR" sz="1800">
                <a:solidFill>
                  <a:schemeClr val="bg1"/>
                </a:solidFill>
              </a:defRPr>
            </a:lvl3pPr>
            <a:lvl4pPr marL="1371600" indent="0" algn="ctr">
              <a:spcBef>
                <a:spcPts val="1000"/>
              </a:spcBef>
              <a:buNone/>
              <a:defRPr lang="pt-BR" sz="1800">
                <a:solidFill>
                  <a:schemeClr val="bg1"/>
                </a:solidFill>
              </a:defRPr>
            </a:lvl4pPr>
            <a:lvl5pPr marL="1828800" indent="0" algn="ctr">
              <a:spcBef>
                <a:spcPts val="1000"/>
              </a:spcBef>
              <a:buNone/>
              <a:defRPr lang="pt-BR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dirty="0"/>
              <a:t>Clique para adicionar o texto</a:t>
            </a:r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B5609E-C774-7F2C-A0E0-349AE78DC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2A90DDC-EC6A-4B2A-C08A-477A236BC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7BB40CF-778C-E92D-2CB0-B12635CB2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12CF7D9-BA4E-B94D-2795-009039176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D30E6FB-239F-7D27-6E5C-7533F67F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5106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5EA1CE-55E6-F58A-AB32-E40F0536B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7593DCB-5F32-74D9-CF6E-701771EC4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212BD36-7E31-7880-5163-B29882C8E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4/14/2025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B4E98D-A22B-3309-8BC8-7B52D4182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616EC6-8B95-21F6-B293-6CF6640DE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082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pt-BR"/>
            </a:defPPr>
          </a:lstStyle>
          <a:p>
            <a:pPr lvl="0" rtl="0"/>
            <a:r>
              <a:rPr lang="pt-BR" dirty="0"/>
              <a:t>Clique para editar o texto Mestre</a:t>
            </a:r>
          </a:p>
          <a:p>
            <a:pPr lvl="1" rtl="0"/>
            <a:r>
              <a:rPr lang="pt-BR" dirty="0"/>
              <a:t>Segundo nível</a:t>
            </a:r>
          </a:p>
          <a:p>
            <a:pPr lvl="2" rtl="0"/>
            <a:r>
              <a:rPr lang="pt-BR" dirty="0"/>
              <a:t>Terceiro nível</a:t>
            </a:r>
          </a:p>
          <a:p>
            <a:pPr lvl="3" rtl="0"/>
            <a:r>
              <a:rPr lang="pt-BR" dirty="0"/>
              <a:t>Quarto nível</a:t>
            </a:r>
          </a:p>
          <a:p>
            <a:pPr lvl="4" rtl="0"/>
            <a:r>
              <a:rPr lang="pt-BR" dirty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pt-BR" sz="1200">
                <a:solidFill>
                  <a:schemeClr val="tx1">
                    <a:tint val="82000"/>
                  </a:schemeClr>
                </a:solidFill>
                <a:latin typeface="Congenial Black" panose="02000503040000020004" pitchFamily="2" charset="0"/>
              </a:defRPr>
            </a:lvl1pPr>
          </a:lstStyle>
          <a:p>
            <a:fld id="{D6D8061D-18C3-4F4F-85EF-561633F58754}" type="datetimeFigureOut">
              <a:rPr lang="pt-BR" smtClean="0"/>
              <a:pPr/>
              <a:t>14/04/2025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pt-BR" sz="1200">
                <a:solidFill>
                  <a:schemeClr val="tx1">
                    <a:tint val="82000"/>
                  </a:schemeClr>
                </a:solidFill>
                <a:latin typeface="Congenial Black" panose="02000503040000020004" pitchFamily="2" charset="0"/>
              </a:defRPr>
            </a:lvl1pPr>
          </a:lstStyle>
          <a:p>
            <a:endParaRPr lang="pt-BR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pt-BR" sz="1200">
                <a:solidFill>
                  <a:schemeClr val="tx1">
                    <a:tint val="82000"/>
                  </a:schemeClr>
                </a:solidFill>
                <a:latin typeface="Congenial Black" panose="02000503040000020004" pitchFamily="2" charset="0"/>
              </a:defRPr>
            </a:lvl1pPr>
          </a:lstStyle>
          <a:p>
            <a:fld id="{CBD12358-51D2-46B3-9BDE-DF29528B9454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9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  <p:sldLayoutId id="2147483667" r:id="rId13"/>
    <p:sldLayoutId id="2147483668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pt-BR" sz="4400" kern="1200" cap="all" spc="300" baseline="0">
          <a:solidFill>
            <a:schemeClr val="accent1">
              <a:lumMod val="50000"/>
            </a:schemeClr>
          </a:solidFill>
          <a:latin typeface="Congenial Black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pt-BR" sz="2800" kern="1200">
          <a:solidFill>
            <a:schemeClr val="accent1">
              <a:lumMod val="75000"/>
            </a:schemeClr>
          </a:solidFill>
          <a:latin typeface="Congenial Black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2400" kern="1200">
          <a:solidFill>
            <a:schemeClr val="tx1"/>
          </a:solidFill>
          <a:latin typeface="Congenial Black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2000" kern="1200">
          <a:solidFill>
            <a:schemeClr val="tx1"/>
          </a:solidFill>
          <a:latin typeface="Congenial Black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Congenial Black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Congenial Black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pt-B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microsoft.com/office/2007/relationships/hdphoto" Target="../media/hdphoto3.wdp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ckoon/cli" TargetMode="External"/><Relationship Id="rId2" Type="http://schemas.openxmlformats.org/officeDocument/2006/relationships/hyperlink" Target="https://mockoon.com/docs/latest/about/" TargetMode="Externa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mockoon/mockoon/discussions" TargetMode="External"/><Relationship Id="rId4" Type="http://schemas.openxmlformats.org/officeDocument/2006/relationships/hyperlink" Target="https://mockoon.com/tutorials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ço Reservado para Imagem 7" descr="imagem abstrata">
            <a:extLst>
              <a:ext uri="{FF2B5EF4-FFF2-40B4-BE49-F238E27FC236}">
                <a16:creationId xmlns:a16="http://schemas.microsoft.com/office/drawing/2014/main" id="{782ED2F6-AFB3-9199-3999-2B5E4BAF242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52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solidFill>
            <a:schemeClr val="accent1">
              <a:alpha val="0"/>
            </a:schemeClr>
          </a:solidFill>
        </p:spPr>
      </p:pic>
      <p:sp>
        <p:nvSpPr>
          <p:cNvPr id="6" name="Título 5">
            <a:extLst>
              <a:ext uri="{FF2B5EF4-FFF2-40B4-BE49-F238E27FC236}">
                <a16:creationId xmlns:a16="http://schemas.microsoft.com/office/drawing/2014/main" id="{F20A922B-22EC-7FD8-FA8C-2FFAC558BD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86000"/>
            <a:ext cx="12192000" cy="2286000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API </a:t>
            </a:r>
            <a:r>
              <a:rPr lang="pt-BR" dirty="0" err="1"/>
              <a:t>Mock</a:t>
            </a:r>
            <a:r>
              <a:rPr lang="pt-BR" dirty="0"/>
              <a:t> e-Frotas </a:t>
            </a:r>
            <a:br>
              <a:rPr lang="pt-BR" dirty="0"/>
            </a:br>
            <a:r>
              <a:rPr lang="pt-BR" dirty="0"/>
              <a:t>com </a:t>
            </a:r>
            <a:r>
              <a:rPr lang="pt-BR" dirty="0" err="1"/>
              <a:t>Mockoon</a:t>
            </a:r>
            <a:endParaRPr lang="pt-BR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E764CDF-F32A-5064-EA43-9ECD6AA31D73}"/>
              </a:ext>
            </a:extLst>
          </p:cNvPr>
          <p:cNvSpPr txBox="1"/>
          <p:nvPr/>
        </p:nvSpPr>
        <p:spPr>
          <a:xfrm>
            <a:off x="0" y="5254171"/>
            <a:ext cx="12192000" cy="369332"/>
          </a:xfrm>
          <a:prstGeom prst="rect">
            <a:avLst/>
          </a:prstGeom>
          <a:effectLst>
            <a:outerShdw blurRad="101600" dist="88900" dir="5400000" algn="ctr" rotWithShape="0">
              <a:schemeClr val="accent1">
                <a:lumMod val="50000"/>
              </a:schemeClr>
            </a:outerShdw>
          </a:effectLst>
        </p:spPr>
        <p:txBody>
          <a:bodyPr vert="horz" lIns="91440" tIns="45720" rIns="91440" bIns="45720" rtlCol="0" anchor="ctr" anchorCtr="0">
            <a:noAutofit/>
          </a:bodyPr>
          <a:lstStyle>
            <a:defPPr>
              <a:defRPr lang="pt-BR"/>
            </a:defPPr>
            <a:lvl1pPr algn="ctr">
              <a:lnSpc>
                <a:spcPct val="90000"/>
              </a:lnSpc>
              <a:spcBef>
                <a:spcPct val="0"/>
              </a:spcBef>
              <a:buNone/>
              <a:defRPr sz="4800" cap="all" spc="300" baseline="0">
                <a:solidFill>
                  <a:schemeClr val="bg1"/>
                </a:solidFill>
                <a:latin typeface="Congenial Black" panose="02000503040000020004" pitchFamily="2" charset="0"/>
                <a:ea typeface="+mj-ea"/>
                <a:cs typeface="+mj-cs"/>
              </a:defRPr>
            </a:lvl1pPr>
          </a:lstStyle>
          <a:p>
            <a:r>
              <a:rPr lang="pt-BR" sz="3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Tickets Team</a:t>
            </a:r>
          </a:p>
        </p:txBody>
      </p:sp>
    </p:spTree>
    <p:extLst>
      <p:ext uri="{BB962C8B-B14F-4D97-AF65-F5344CB8AC3E}">
        <p14:creationId xmlns:p14="http://schemas.microsoft.com/office/powerpoint/2010/main" val="639264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75C36-617B-795C-5A2B-325EA34F1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1AD706-11EF-C258-EBD5-C4EEFEAAC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2816" y="457200"/>
            <a:ext cx="4837176" cy="732971"/>
          </a:xfrm>
          <a:noFill/>
        </p:spPr>
        <p:txBody>
          <a:bodyPr rtlCol="0" anchor="t" anchorCtr="0">
            <a:noAutofit/>
          </a:bodyPr>
          <a:lstStyle>
            <a:defPPr>
              <a:defRPr lang="pt-BR"/>
            </a:defPPr>
          </a:lstStyle>
          <a:p>
            <a:pPr rtl="0"/>
            <a:r>
              <a:rPr lang="pt-BR" dirty="0"/>
              <a:t>AGENDA</a:t>
            </a:r>
          </a:p>
        </p:txBody>
      </p:sp>
      <p:pic>
        <p:nvPicPr>
          <p:cNvPr id="15" name="Espaço Reservado para Imagem 14" descr="Um grupo de pessoas sentadas ao redor de uma mesa">
            <a:extLst>
              <a:ext uri="{FF2B5EF4-FFF2-40B4-BE49-F238E27FC236}">
                <a16:creationId xmlns:a16="http://schemas.microsoft.com/office/drawing/2014/main" id="{E4DF753A-3575-A0D9-5135-8A94308DC03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r="2"/>
          <a:stretch/>
        </p:blipFill>
        <p:spPr>
          <a:xfrm>
            <a:off x="-28882" y="0"/>
            <a:ext cx="6115050" cy="6858000"/>
          </a:xfr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2EC4A8-49EE-CF82-CFDC-BA9308ED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2817" y="1190171"/>
            <a:ext cx="5121183" cy="4698565"/>
          </a:xfrm>
          <a:noFill/>
        </p:spPr>
        <p:txBody>
          <a:bodyPr rtlCol="0" anchor="t">
            <a:normAutofit/>
          </a:bodyPr>
          <a:lstStyle>
            <a:defPPr>
              <a:defRPr lang="pt-BR"/>
            </a:defPPr>
          </a:lstStyle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accent1">
                    <a:lumMod val="75000"/>
                  </a:schemeClr>
                </a:solidFill>
              </a:rPr>
              <a:t>Introdução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accent1">
                    <a:lumMod val="75000"/>
                  </a:schemeClr>
                </a:solidFill>
              </a:rPr>
              <a:t>Conceitos Fundamentais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accent1">
                    <a:lumMod val="75000"/>
                  </a:schemeClr>
                </a:solidFill>
              </a:rPr>
              <a:t>Hands-on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accent1">
                    <a:lumMod val="75000"/>
                  </a:schemeClr>
                </a:solidFill>
              </a:rPr>
              <a:t>Arquivos Utilizados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accent1">
                    <a:lumMod val="75000"/>
                  </a:schemeClr>
                </a:solidFill>
              </a:rPr>
              <a:t>Próximos passos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pt-BR" sz="2400" dirty="0">
                <a:solidFill>
                  <a:schemeClr val="accent1">
                    <a:lumMod val="75000"/>
                  </a:schemeClr>
                </a:solidFill>
              </a:rPr>
              <a:t>Perguntas e Respostas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2B6D469-F8DC-278F-C856-8A1C8BCA7D1E}"/>
              </a:ext>
            </a:extLst>
          </p:cNvPr>
          <p:cNvSpPr/>
          <p:nvPr/>
        </p:nvSpPr>
        <p:spPr>
          <a:xfrm rot="743253">
            <a:off x="793154" y="-707075"/>
            <a:ext cx="4455794" cy="8272147"/>
          </a:xfrm>
          <a:prstGeom prst="rect">
            <a:avLst/>
          </a:prstGeom>
          <a:solidFill>
            <a:schemeClr val="accent1">
              <a:lumMod val="75000"/>
              <a:alpha val="5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017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ço Reservado para Imagem 7" descr="Imagem ampliada de um código de computador">
            <a:extLst>
              <a:ext uri="{FF2B5EF4-FFF2-40B4-BE49-F238E27FC236}">
                <a16:creationId xmlns:a16="http://schemas.microsoft.com/office/drawing/2014/main" id="{94D43AA7-0244-2FEB-86AC-B5DECE0232D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B2F3FA79-DE26-1F2A-0CF7-5671B73C8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Introdução</a:t>
            </a:r>
          </a:p>
        </p:txBody>
      </p:sp>
    </p:spTree>
    <p:extLst>
      <p:ext uri="{BB962C8B-B14F-4D97-AF65-F5344CB8AC3E}">
        <p14:creationId xmlns:p14="http://schemas.microsoft.com/office/powerpoint/2010/main" val="467869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AA601-F1EA-6E9B-1156-848B19538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Espaço Reservado para Conteúdo 51">
            <a:extLst>
              <a:ext uri="{FF2B5EF4-FFF2-40B4-BE49-F238E27FC236}">
                <a16:creationId xmlns:a16="http://schemas.microsoft.com/office/drawing/2014/main" id="{6D587504-29F2-E0D0-EC13-FC9B0B485E6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9858830" cy="4137189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marL="342900" lvl="1"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Necessidade de testar aplicações que consomem a API e-Frotas</a:t>
            </a:r>
          </a:p>
          <a:p>
            <a:pPr marL="342900" lvl="1"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Dependência de ambientes externos para testes</a:t>
            </a:r>
          </a:p>
          <a:p>
            <a:pPr marL="342900" lvl="1"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Dificuldade em simular todos os cenários possíveis</a:t>
            </a:r>
          </a:p>
          <a:p>
            <a:pPr marL="342900" lvl="1"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Limitações de acesso ao ambiente de homologação</a:t>
            </a:r>
          </a:p>
          <a:p>
            <a:pPr marL="342900" lvl="1"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Necessidade de certificado digital para acesso à API real</a:t>
            </a:r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55D69AD1-A4A6-DCB0-F419-8BCA03E5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</a:t>
            </a:r>
          </a:p>
        </p:txBody>
      </p:sp>
    </p:spTree>
    <p:extLst>
      <p:ext uri="{BB962C8B-B14F-4D97-AF65-F5344CB8AC3E}">
        <p14:creationId xmlns:p14="http://schemas.microsoft.com/office/powerpoint/2010/main" val="66460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A3F515-1B83-DEB4-C2A9-94D1944B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05D5D6-0672-6FF9-0BBB-8F01FB6FB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760"/>
            <a:ext cx="12192000" cy="1325880"/>
          </a:xfrm>
          <a:noFill/>
        </p:spPr>
        <p:txBody>
          <a:bodyPr rtlCol="0" anchor="ctr"/>
          <a:lstStyle>
            <a:defPPr>
              <a:defRPr lang="pt-BR"/>
            </a:defPPr>
          </a:lstStyle>
          <a:p>
            <a:pPr rtl="0"/>
            <a:r>
              <a:rPr lang="pt-BR" dirty="0"/>
              <a:t>O Objetivos do Projeto</a:t>
            </a:r>
          </a:p>
        </p:txBody>
      </p:sp>
      <p:sp>
        <p:nvSpPr>
          <p:cNvPr id="52" name="Espaço Reservado para Conteúdo 51">
            <a:extLst>
              <a:ext uri="{FF2B5EF4-FFF2-40B4-BE49-F238E27FC236}">
                <a16:creationId xmlns:a16="http://schemas.microsoft.com/office/drawing/2014/main" id="{73FF89DC-D186-1B5E-E9FD-A2DAE94CFF6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9858830" cy="4137189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marL="342900" lvl="1"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Criar um ambiente de </a:t>
            </a:r>
            <a:r>
              <a:rPr lang="pt-BR" sz="2800" dirty="0" err="1">
                <a:solidFill>
                  <a:schemeClr val="accent1">
                    <a:lumMod val="75000"/>
                  </a:schemeClr>
                </a:solidFill>
              </a:rPr>
              <a:t>mock</a:t>
            </a: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 completo usando a API e-Frotas</a:t>
            </a:r>
          </a:p>
          <a:p>
            <a:pPr marL="342900" lvl="1">
              <a:buFont typeface="+mj-lt"/>
              <a:buAutoNum type="alphaL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Permitir desenvolvimento e testes sem dependências externas</a:t>
            </a:r>
          </a:p>
          <a:p>
            <a:pPr marL="342900" lvl="1">
              <a:buFont typeface="+mj-lt"/>
              <a:buAutoNum type="alphaL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Simular todos os </a:t>
            </a:r>
            <a:r>
              <a:rPr lang="pt-BR" sz="2800" dirty="0" err="1">
                <a:solidFill>
                  <a:schemeClr val="accent1">
                    <a:lumMod val="75000"/>
                  </a:schemeClr>
                </a:solidFill>
              </a:rPr>
              <a:t>endpoints</a:t>
            </a: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 definidos na especificação </a:t>
            </a:r>
            <a:r>
              <a:rPr lang="pt-BR" sz="2800" dirty="0" err="1">
                <a:solidFill>
                  <a:schemeClr val="accent1">
                    <a:lumMod val="75000"/>
                  </a:schemeClr>
                </a:solidFill>
              </a:rPr>
              <a:t>OpenAPI</a:t>
            </a:r>
            <a:endParaRPr lang="pt-BR" sz="2800" dirty="0">
              <a:solidFill>
                <a:schemeClr val="accent1">
                  <a:lumMod val="75000"/>
                </a:schemeClr>
              </a:solidFill>
            </a:endParaRPr>
          </a:p>
          <a:p>
            <a:pPr marL="342900" lvl="1">
              <a:buFont typeface="+mj-lt"/>
              <a:buAutoNum type="alphaL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Facilitar a configuração e execução do ambiente de </a:t>
            </a:r>
            <a:r>
              <a:rPr lang="pt-BR" sz="2800" dirty="0" err="1">
                <a:solidFill>
                  <a:schemeClr val="accent1">
                    <a:lumMod val="75000"/>
                  </a:schemeClr>
                </a:solidFill>
              </a:rPr>
              <a:t>mock</a:t>
            </a:r>
            <a:endParaRPr lang="pt-BR" sz="2800" dirty="0">
              <a:solidFill>
                <a:schemeClr val="accent1">
                  <a:lumMod val="75000"/>
                </a:schemeClr>
              </a:solidFill>
            </a:endParaRPr>
          </a:p>
          <a:p>
            <a:pPr marL="342900" lvl="1">
              <a:buFont typeface="+mj-lt"/>
              <a:buAutoNum type="alphaL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Possibilitar personalização das respostas para diferentes cenários de teste</a:t>
            </a:r>
          </a:p>
          <a:p>
            <a:pPr marL="342900" lvl="1">
              <a:buFont typeface="+mj-lt"/>
              <a:buAutoNum type="alphaLcPeriod"/>
            </a:pPr>
            <a:endParaRPr lang="pt-BR" sz="32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2224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5337-62BF-E43E-34C9-01A47EBD7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spaço Reservado para Imagem 7" descr="Imagem ampliada de um código de computador">
            <a:extLst>
              <a:ext uri="{FF2B5EF4-FFF2-40B4-BE49-F238E27FC236}">
                <a16:creationId xmlns:a16="http://schemas.microsoft.com/office/drawing/2014/main" id="{80013ABC-B652-7CD9-E851-BED7572AEA5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alphaModFix amt="4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rcRect t="7813" b="7813"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F6A6B142-5D10-2F7F-4291-8DF1D4CFB9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/>
              <a:t>Conceitos </a:t>
            </a:r>
            <a:br>
              <a:rPr lang="pt-BR" dirty="0"/>
            </a:br>
            <a:r>
              <a:rPr lang="pt-BR" dirty="0"/>
              <a:t>Fundamentais</a:t>
            </a:r>
          </a:p>
        </p:txBody>
      </p:sp>
    </p:spTree>
    <p:extLst>
      <p:ext uri="{BB962C8B-B14F-4D97-AF65-F5344CB8AC3E}">
        <p14:creationId xmlns:p14="http://schemas.microsoft.com/office/powerpoint/2010/main" val="136445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DF908-8121-F2C6-11DD-D8E84A374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E77DDD-FA1C-AF26-F1DB-3BFA348BE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760"/>
            <a:ext cx="12192000" cy="1325880"/>
          </a:xfrm>
          <a:noFill/>
        </p:spPr>
        <p:txBody>
          <a:bodyPr rtlCol="0" anchor="ctr"/>
          <a:lstStyle>
            <a:defPPr>
              <a:defRPr lang="pt-BR"/>
            </a:defPPr>
          </a:lstStyle>
          <a:p>
            <a:pPr rtl="0"/>
            <a:r>
              <a:rPr lang="pt-BR" dirty="0"/>
              <a:t>Desafios no Desenvolvimento </a:t>
            </a:r>
            <a:br>
              <a:rPr lang="pt-BR" dirty="0"/>
            </a:br>
            <a:r>
              <a:rPr lang="pt-BR" dirty="0"/>
              <a:t>com APIs Externas</a:t>
            </a:r>
          </a:p>
        </p:txBody>
      </p:sp>
      <p:sp>
        <p:nvSpPr>
          <p:cNvPr id="52" name="Espaço Reservado para Conteúdo 51">
            <a:extLst>
              <a:ext uri="{FF2B5EF4-FFF2-40B4-BE49-F238E27FC236}">
                <a16:creationId xmlns:a16="http://schemas.microsoft.com/office/drawing/2014/main" id="{DC021E78-EA8B-3454-80C9-2B89FB621B5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9858830" cy="4137189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Dependência de disponibilidade do serviço externo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Limitações de acesso (certificados, credenciais, etc.)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Dificuldade em simular todos os cenários possíveis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Rate </a:t>
            </a:r>
            <a:r>
              <a:rPr lang="pt-BR" sz="2800" dirty="0" err="1">
                <a:solidFill>
                  <a:schemeClr val="accent1">
                    <a:lumMod val="75000"/>
                  </a:schemeClr>
                </a:solidFill>
              </a:rPr>
              <a:t>limits</a:t>
            </a: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 e custos associados a chamadas frequentes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Complexidade em configurar ambientes de teste</a:t>
            </a:r>
            <a:endParaRPr lang="pt-BR" sz="32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8580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724AC-334B-3961-92DD-B0CB02E61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B3C417-68C0-E464-5925-9801EC1EE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760"/>
            <a:ext cx="12192000" cy="1325880"/>
          </a:xfrm>
          <a:noFill/>
        </p:spPr>
        <p:txBody>
          <a:bodyPr rtlCol="0" anchor="ctr"/>
          <a:lstStyle>
            <a:defPPr>
              <a:defRPr lang="pt-BR"/>
            </a:defPPr>
          </a:lstStyle>
          <a:p>
            <a:pPr rtl="0"/>
            <a:r>
              <a:rPr lang="pt-BR" dirty="0"/>
              <a:t>Desafios no Desenvolvimento </a:t>
            </a:r>
            <a:br>
              <a:rPr lang="pt-BR" dirty="0"/>
            </a:br>
            <a:r>
              <a:rPr lang="pt-BR" dirty="0"/>
              <a:t>com APIs Externas</a:t>
            </a:r>
          </a:p>
        </p:txBody>
      </p:sp>
      <p:sp>
        <p:nvSpPr>
          <p:cNvPr id="52" name="Espaço Reservado para Conteúdo 51">
            <a:extLst>
              <a:ext uri="{FF2B5EF4-FFF2-40B4-BE49-F238E27FC236}">
                <a16:creationId xmlns:a16="http://schemas.microsoft.com/office/drawing/2014/main" id="{A7F847B6-E239-D1E3-6AA3-734D73609CC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9858830" cy="4137189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Dependência de disponibilidade do serviço externo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Limitações de acesso (certificados, credenciais, etc.)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Dificuldade em simular todos os cenários possíveis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Rate </a:t>
            </a:r>
            <a:r>
              <a:rPr lang="pt-BR" sz="2800" dirty="0" err="1">
                <a:solidFill>
                  <a:schemeClr val="accent1">
                    <a:lumMod val="75000"/>
                  </a:schemeClr>
                </a:solidFill>
              </a:rPr>
              <a:t>limits</a:t>
            </a: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 e custos associados a chamadas frequentes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Complexidade em configurar ambientes de teste</a:t>
            </a:r>
            <a:endParaRPr lang="pt-BR" sz="32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2581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3566F-295B-218F-C831-E6BCC5184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C56AE8-8D39-59A1-9F25-779E95818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760"/>
            <a:ext cx="12192000" cy="1325880"/>
          </a:xfrm>
          <a:noFill/>
        </p:spPr>
        <p:txBody>
          <a:bodyPr rtlCol="0" anchor="ctr"/>
          <a:lstStyle>
            <a:defPPr>
              <a:defRPr lang="pt-BR"/>
            </a:defPPr>
          </a:lstStyle>
          <a:p>
            <a:pPr rtl="0"/>
            <a:r>
              <a:rPr lang="pt-BR" dirty="0"/>
              <a:t>O que são APIs </a:t>
            </a:r>
            <a:r>
              <a:rPr lang="pt-BR" dirty="0" err="1"/>
              <a:t>Mock</a:t>
            </a:r>
            <a:r>
              <a:rPr lang="pt-BR" dirty="0"/>
              <a:t>?</a:t>
            </a:r>
          </a:p>
        </p:txBody>
      </p:sp>
      <p:sp>
        <p:nvSpPr>
          <p:cNvPr id="52" name="Espaço Reservado para Conteúdo 51">
            <a:extLst>
              <a:ext uri="{FF2B5EF4-FFF2-40B4-BE49-F238E27FC236}">
                <a16:creationId xmlns:a16="http://schemas.microsoft.com/office/drawing/2014/main" id="{17C4E37E-E5F9-97D7-D8C1-B62262F94A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9858830" cy="4137189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Simulações de APIs reais que retornam dados predefinidos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Substituem temporariamente serviços externos durante desenvolvimento e testes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Permitem trabalhar sem dependência de sistemas externos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Facilitam a simulação de diferentes cenários e casos de erro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lphaL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Aceleram o ciclo de desenvolvimento e testes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lphaLcPeriod"/>
            </a:pPr>
            <a:endParaRPr lang="pt-BR" sz="32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69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0142F-09CB-12C9-2446-25BF9B57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93EBA-1AD0-E655-9887-7C15AB0A2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760"/>
            <a:ext cx="12192000" cy="1325880"/>
          </a:xfrm>
          <a:noFill/>
        </p:spPr>
        <p:txBody>
          <a:bodyPr rtlCol="0" anchor="ctr"/>
          <a:lstStyle>
            <a:defPPr>
              <a:defRPr lang="pt-BR"/>
            </a:defPPr>
          </a:lstStyle>
          <a:p>
            <a:pPr rtl="0"/>
            <a:r>
              <a:rPr lang="pt-BR" dirty="0" err="1"/>
              <a:t>Mockoon</a:t>
            </a:r>
            <a:endParaRPr lang="pt-BR" dirty="0"/>
          </a:p>
        </p:txBody>
      </p:sp>
      <p:sp>
        <p:nvSpPr>
          <p:cNvPr id="52" name="Espaço Reservado para Conteúdo 51">
            <a:extLst>
              <a:ext uri="{FF2B5EF4-FFF2-40B4-BE49-F238E27FC236}">
                <a16:creationId xmlns:a16="http://schemas.microsoft.com/office/drawing/2014/main" id="{F97C64DB-3DB4-8FCC-27B3-DFB68950CAB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199" y="2024781"/>
            <a:ext cx="9858830" cy="4137189"/>
          </a:xfrm>
        </p:spPr>
        <p:txBody>
          <a:bodyPr rtlCol="0">
            <a:normAutofit/>
          </a:bodyPr>
          <a:lstStyle>
            <a:defPPr>
              <a:defRPr lang="pt-BR"/>
            </a:defPPr>
          </a:lstStyle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Ferramenta open-</a:t>
            </a:r>
            <a:r>
              <a:rPr lang="pt-BR" sz="2800" dirty="0" err="1">
                <a:solidFill>
                  <a:schemeClr val="accent1">
                    <a:lumMod val="75000"/>
                  </a:schemeClr>
                </a:solidFill>
              </a:rPr>
              <a:t>source</a:t>
            </a: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 para criação de </a:t>
            </a:r>
            <a:r>
              <a:rPr lang="pt-BR" sz="2800" dirty="0" err="1">
                <a:solidFill>
                  <a:schemeClr val="accent1">
                    <a:lumMod val="75000"/>
                  </a:schemeClr>
                </a:solidFill>
              </a:rPr>
              <a:t>mock</a:t>
            </a: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 APIs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Interface gráfica e CLI (Command </a:t>
            </a:r>
            <a:r>
              <a:rPr lang="pt-BR" sz="2800" dirty="0" err="1">
                <a:solidFill>
                  <a:schemeClr val="accent1">
                    <a:lumMod val="75000"/>
                  </a:schemeClr>
                </a:solidFill>
              </a:rPr>
              <a:t>Line</a:t>
            </a: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 Interface)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Suporte a </a:t>
            </a:r>
            <a:r>
              <a:rPr lang="pt-BR" sz="2800" dirty="0" err="1">
                <a:solidFill>
                  <a:schemeClr val="accent1">
                    <a:lumMod val="75000"/>
                  </a:schemeClr>
                </a:solidFill>
              </a:rPr>
              <a:t>OpenAPI</a:t>
            </a: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/Swagger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Não requer codificação para configuração básica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Permite simulação de latência, erros e diferentes cenários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r>
              <a:rPr lang="pt-BR" sz="2800" dirty="0">
                <a:solidFill>
                  <a:schemeClr val="accent1">
                    <a:lumMod val="75000"/>
                  </a:schemeClr>
                </a:solidFill>
              </a:rPr>
              <a:t>Suporta templates e dados dinâmicos</a:t>
            </a:r>
          </a:p>
          <a:p>
            <a:pPr marL="457200" lvl="1" indent="-457200">
              <a:lnSpc>
                <a:spcPct val="100000"/>
              </a:lnSpc>
              <a:buFont typeface="+mj-lt"/>
              <a:buAutoNum type="arabicPeriod"/>
            </a:pPr>
            <a:endParaRPr lang="pt-BR" sz="32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0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107" y="365125"/>
            <a:ext cx="10939236" cy="1325563"/>
          </a:xfrm>
        </p:spPr>
        <p:txBody>
          <a:bodyPr>
            <a:normAutofit/>
          </a:bodyPr>
          <a:lstStyle/>
          <a:p>
            <a:pPr algn="ctr"/>
            <a:r>
              <a:rPr dirty="0"/>
              <a:t>Comparação com Outras Ferramentas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53818058"/>
              </p:ext>
            </p:extLst>
          </p:nvPr>
        </p:nvGraphicFramePr>
        <p:xfrm>
          <a:off x="585107" y="2028825"/>
          <a:ext cx="10939236" cy="396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38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97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3200" dirty="0"/>
                        <a:t>Ferramenta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3200" dirty="0"/>
                        <a:t>Prós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3200" dirty="0"/>
                        <a:t>Contras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 b="1"/>
                        <a:t>Mockoon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Fácil de usar, OpenAPI, CLI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Limitações em lógica complexa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Postman Mock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Integração com Postman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Requer conta, limitações na versão gratuita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Wiremock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Poderoso, regras avançadas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Curva de aprendizado maior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 dirty="0"/>
                        <a:t>MSW (Mock Service Worker)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Intercepta requisições no browser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Requer JavaScript, mais complexo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 dirty="0"/>
                        <a:t>JSON Server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/>
                        <a:t>Simples, rápido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2400" dirty="0"/>
                        <a:t>Limitado a REST, sem suporte a </a:t>
                      </a:r>
                      <a:r>
                        <a:rPr sz="2400" dirty="0" err="1"/>
                        <a:t>OpenAPI</a:t>
                      </a:r>
                      <a:endParaRPr sz="24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Biases Near the Hands Help Us Perform Specific Actions – Association  for Psychological Science – APS">
            <a:extLst>
              <a:ext uri="{FF2B5EF4-FFF2-40B4-BE49-F238E27FC236}">
                <a16:creationId xmlns:a16="http://schemas.microsoft.com/office/drawing/2014/main" id="{38ABF8AA-D96A-A586-F704-8537A99649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7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442185"/>
            <a:ext cx="12192000" cy="8388256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CC7E902A-9612-1C94-E2B2-1BBA4C2D85FE}"/>
              </a:ext>
            </a:extLst>
          </p:cNvPr>
          <p:cNvSpPr/>
          <p:nvPr/>
        </p:nvSpPr>
        <p:spPr>
          <a:xfrm>
            <a:off x="1" y="-442184"/>
            <a:ext cx="12192000" cy="8388256"/>
          </a:xfrm>
          <a:prstGeom prst="rect">
            <a:avLst/>
          </a:prstGeom>
          <a:solidFill>
            <a:schemeClr val="accent1">
              <a:lumMod val="50000"/>
              <a:alpha val="7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Hands 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4515C-D0D9-0766-78A4-98BE7BEDD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82534E-8824-3C58-E5E1-DE7DD9137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2425" y="466344"/>
            <a:ext cx="6241651" cy="630936"/>
          </a:xfrm>
          <a:noFill/>
        </p:spPr>
        <p:txBody>
          <a:bodyPr rtlCol="0" anchor="t"/>
          <a:lstStyle>
            <a:defPPr>
              <a:defRPr lang="pt-BR"/>
            </a:defPPr>
          </a:lstStyle>
          <a:p>
            <a:pPr rtl="0"/>
            <a:r>
              <a:rPr lang="pt-BR" dirty="0"/>
              <a:t>Next</a:t>
            </a:r>
          </a:p>
        </p:txBody>
      </p:sp>
      <p:pic>
        <p:nvPicPr>
          <p:cNvPr id="20" name="Espaço Reservado para Imagem 7">
            <a:extLst>
              <a:ext uri="{FF2B5EF4-FFF2-40B4-BE49-F238E27FC236}">
                <a16:creationId xmlns:a16="http://schemas.microsoft.com/office/drawing/2014/main" id="{715DF627-F201-45E8-F7A1-D30DA51BCB9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738" r="18738"/>
          <a:stretch/>
        </p:blipFill>
        <p:spPr>
          <a:xfrm>
            <a:off x="0" y="0"/>
            <a:ext cx="4287838" cy="6858000"/>
          </a:xfr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54E1AB2-828A-9FDD-935E-4B8047731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426" y="1097280"/>
            <a:ext cx="6241650" cy="4663440"/>
          </a:xfrm>
          <a:noFill/>
        </p:spPr>
        <p:txBody>
          <a:bodyPr vert="horz" lIns="91440" tIns="45720" rIns="91440" bIns="45720" rtlCol="0" anchor="t">
            <a:normAutofit/>
          </a:bodyPr>
          <a:lstStyle>
            <a:defPPr>
              <a:defRPr lang="pt-BR"/>
            </a:defPPr>
          </a:lstStyle>
          <a:p>
            <a:pPr rtl="0"/>
            <a:r>
              <a:rPr lang="pt-BR" sz="3200" dirty="0"/>
              <a:t>Instalando</a:t>
            </a:r>
          </a:p>
          <a:p>
            <a:pPr rtl="0"/>
            <a:r>
              <a:rPr lang="pt-BR" sz="3200" dirty="0"/>
              <a:t>Configurando a api simples</a:t>
            </a:r>
          </a:p>
          <a:p>
            <a:pPr rtl="0"/>
            <a:r>
              <a:rPr lang="pt-BR" sz="3200" dirty="0"/>
              <a:t>Iniciando com a configuração</a:t>
            </a:r>
          </a:p>
          <a:p>
            <a:pPr rtl="0"/>
            <a:r>
              <a:rPr lang="pt-BR" sz="3200" dirty="0"/>
              <a:t>Testar</a:t>
            </a:r>
          </a:p>
          <a:p>
            <a:pPr rtl="0"/>
            <a:r>
              <a:rPr lang="pt-BR" sz="3200" dirty="0"/>
              <a:t>Fazer com outros </a:t>
            </a:r>
            <a:r>
              <a:rPr lang="pt-BR" sz="3200" dirty="0" err="1"/>
              <a:t>mocks</a:t>
            </a:r>
            <a:endParaRPr lang="pt-BR" sz="3200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56C970E-9EE9-FEF8-BE7B-6C4C0B4EDF89}"/>
              </a:ext>
            </a:extLst>
          </p:cNvPr>
          <p:cNvSpPr/>
          <p:nvPr/>
        </p:nvSpPr>
        <p:spPr>
          <a:xfrm>
            <a:off x="0" y="-22225"/>
            <a:ext cx="4287838" cy="6880225"/>
          </a:xfrm>
          <a:prstGeom prst="rect">
            <a:avLst/>
          </a:prstGeom>
          <a:solidFill>
            <a:schemeClr val="accent1">
              <a:lumMod val="75000"/>
              <a:alpha val="5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73077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Metrofile - Gestão de Arquivos, Documentos e Processos">
            <a:extLst>
              <a:ext uri="{FF2B5EF4-FFF2-40B4-BE49-F238E27FC236}">
                <a16:creationId xmlns:a16="http://schemas.microsoft.com/office/drawing/2014/main" id="{41B45B14-F731-4076-5472-89DD92E61E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7992" y="0"/>
            <a:ext cx="12367985" cy="721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F8A7829F-0384-ECB8-1794-24C5A033CC32}"/>
              </a:ext>
            </a:extLst>
          </p:cNvPr>
          <p:cNvSpPr/>
          <p:nvPr/>
        </p:nvSpPr>
        <p:spPr>
          <a:xfrm>
            <a:off x="-94342" y="0"/>
            <a:ext cx="12367985" cy="7212432"/>
          </a:xfrm>
          <a:prstGeom prst="rect">
            <a:avLst/>
          </a:prstGeom>
          <a:solidFill>
            <a:schemeClr val="accent1">
              <a:lumMod val="50000"/>
              <a:alpha val="7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Arquivos utilizados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Github: </a:t>
            </a:r>
            <a:br>
              <a:rPr lang="pt-BR" dirty="0"/>
            </a:br>
            <a:r>
              <a:rPr lang="pt-BR" sz="3100" dirty="0"/>
              <a:t>/</a:t>
            </a:r>
            <a:r>
              <a:rPr lang="pt-BR" sz="3100" dirty="0" err="1"/>
              <a:t>bisslee</a:t>
            </a:r>
            <a:r>
              <a:rPr lang="pt-BR" sz="3100" dirty="0"/>
              <a:t>/</a:t>
            </a:r>
            <a:r>
              <a:rPr lang="pt-BR" sz="3100" dirty="0" err="1"/>
              <a:t>labs</a:t>
            </a:r>
            <a:r>
              <a:rPr lang="pt-BR" sz="3100" dirty="0"/>
              <a:t>-api-</a:t>
            </a:r>
            <a:r>
              <a:rPr lang="pt-BR" sz="3100" dirty="0" err="1"/>
              <a:t>mock</a:t>
            </a:r>
            <a:r>
              <a:rPr lang="pt-BR" sz="3100" dirty="0"/>
              <a:t>-</a:t>
            </a:r>
            <a:r>
              <a:rPr lang="pt-BR" sz="3100" dirty="0" err="1"/>
              <a:t>with-mockoon</a:t>
            </a:r>
            <a:endParaRPr sz="31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8343" y="1825625"/>
            <a:ext cx="11538857" cy="4351338"/>
          </a:xfrm>
        </p:spPr>
        <p:txBody>
          <a:bodyPr>
            <a:noAutofit/>
          </a:bodyPr>
          <a:lstStyle/>
          <a:p>
            <a:pPr lvl="1"/>
            <a:r>
              <a:rPr lang="pt-BR" sz="2200" dirty="0" err="1">
                <a:latin typeface="+mj-lt"/>
              </a:rPr>
              <a:t>docker-compose.yml</a:t>
            </a:r>
            <a:endParaRPr lang="pt-BR" sz="2200" dirty="0">
              <a:latin typeface="+mj-lt"/>
            </a:endParaRPr>
          </a:p>
          <a:p>
            <a:pPr lvl="1"/>
            <a:r>
              <a:rPr lang="pt-BR" sz="2200" dirty="0" err="1">
                <a:latin typeface="+mj-lt"/>
              </a:rPr>
              <a:t>Dockerfile</a:t>
            </a:r>
            <a:endParaRPr lang="pt-BR" sz="2200" dirty="0">
              <a:latin typeface="+mj-lt"/>
            </a:endParaRPr>
          </a:p>
          <a:p>
            <a:pPr lvl="1"/>
            <a:r>
              <a:rPr lang="pt-BR" sz="2200" dirty="0">
                <a:latin typeface="+mj-lt"/>
              </a:rPr>
              <a:t>exemplo-</a:t>
            </a:r>
            <a:r>
              <a:rPr lang="pt-BR" sz="2200" dirty="0" err="1">
                <a:latin typeface="+mj-lt"/>
              </a:rPr>
              <a:t>faker</a:t>
            </a:r>
            <a:r>
              <a:rPr lang="pt-BR" sz="2200" dirty="0">
                <a:latin typeface="+mj-lt"/>
              </a:rPr>
              <a:t>-</a:t>
            </a:r>
            <a:r>
              <a:rPr lang="pt-BR" sz="2200" dirty="0" err="1">
                <a:latin typeface="+mj-lt"/>
              </a:rPr>
              <a:t>js.json</a:t>
            </a:r>
            <a:endParaRPr lang="pt-BR" sz="2200" dirty="0">
              <a:latin typeface="+mj-lt"/>
            </a:endParaRPr>
          </a:p>
          <a:p>
            <a:pPr lvl="1"/>
            <a:r>
              <a:rPr lang="pt-BR" sz="2200" dirty="0">
                <a:latin typeface="+mj-lt"/>
              </a:rPr>
              <a:t>exemplo-status-</a:t>
            </a:r>
            <a:r>
              <a:rPr lang="pt-BR" sz="2200" dirty="0" err="1">
                <a:latin typeface="+mj-lt"/>
              </a:rPr>
              <a:t>codes.json</a:t>
            </a:r>
            <a:endParaRPr lang="pt-BR" sz="2200" dirty="0">
              <a:latin typeface="+mj-lt"/>
            </a:endParaRPr>
          </a:p>
          <a:p>
            <a:pPr lvl="1"/>
            <a:r>
              <a:rPr lang="pt-BR" sz="2200" dirty="0" err="1">
                <a:latin typeface="+mj-lt"/>
              </a:rPr>
              <a:t>mockoon-config-efrotas-completo.json</a:t>
            </a:r>
            <a:endParaRPr lang="pt-BR" sz="2200" dirty="0">
              <a:latin typeface="+mj-lt"/>
            </a:endParaRPr>
          </a:p>
          <a:p>
            <a:pPr lvl="1"/>
            <a:r>
              <a:rPr lang="pt-BR" sz="2200" dirty="0">
                <a:latin typeface="+mj-lt"/>
              </a:rPr>
              <a:t>Guia de Configuração de Status Codes no Mockoon.md</a:t>
            </a:r>
          </a:p>
          <a:p>
            <a:pPr lvl="1"/>
            <a:r>
              <a:rPr lang="pt-BR" sz="2200" dirty="0">
                <a:latin typeface="+mj-lt"/>
              </a:rPr>
              <a:t>Guia de Execução do </a:t>
            </a:r>
            <a:r>
              <a:rPr lang="pt-BR" sz="2200" dirty="0" err="1">
                <a:latin typeface="+mj-lt"/>
              </a:rPr>
              <a:t>Mockoon</a:t>
            </a:r>
            <a:r>
              <a:rPr lang="pt-BR" sz="2200" dirty="0">
                <a:latin typeface="+mj-lt"/>
              </a:rPr>
              <a:t> em Docker.md</a:t>
            </a:r>
          </a:p>
          <a:p>
            <a:pPr lvl="1"/>
            <a:r>
              <a:rPr lang="pt-BR" sz="2200" dirty="0">
                <a:latin typeface="+mj-lt"/>
              </a:rPr>
              <a:t>Guia de Uso do Faker.js no Mockoon.js.md</a:t>
            </a:r>
          </a:p>
          <a:p>
            <a:pPr lvl="1"/>
            <a:r>
              <a:rPr lang="pt-BR" sz="2200" dirty="0" err="1">
                <a:latin typeface="+mj-lt"/>
              </a:rPr>
              <a:t>mockoon-config-efrotas-completo.json</a:t>
            </a:r>
            <a:endParaRPr lang="pt-BR" sz="2200" dirty="0">
              <a:latin typeface="+mj-lt"/>
            </a:endParaRPr>
          </a:p>
          <a:p>
            <a:pPr lvl="1"/>
            <a:r>
              <a:rPr lang="pt-BR" sz="2200" dirty="0" err="1">
                <a:latin typeface="+mj-lt"/>
              </a:rPr>
              <a:t>openapi</a:t>
            </a:r>
            <a:r>
              <a:rPr lang="pt-BR" sz="2200" dirty="0">
                <a:latin typeface="+mj-lt"/>
              </a:rPr>
              <a:t>-</a:t>
            </a:r>
            <a:r>
              <a:rPr lang="pt-BR" sz="2200" dirty="0" err="1">
                <a:latin typeface="+mj-lt"/>
              </a:rPr>
              <a:t>efrotas</a:t>
            </a:r>
            <a:r>
              <a:rPr lang="pt-BR" sz="2200" dirty="0">
                <a:latin typeface="+mj-lt"/>
              </a:rPr>
              <a:t>-estaleiro-</a:t>
            </a:r>
            <a:r>
              <a:rPr lang="pt-BR" sz="2200" dirty="0" err="1">
                <a:latin typeface="+mj-lt"/>
              </a:rPr>
              <a:t>nosecurity.yml</a:t>
            </a:r>
            <a:endParaRPr lang="pt-BR" sz="2200" dirty="0">
              <a:latin typeface="+mj-lt"/>
            </a:endParaRPr>
          </a:p>
          <a:p>
            <a:pPr lvl="1"/>
            <a:r>
              <a:rPr lang="pt-BR" sz="2200" dirty="0" err="1">
                <a:latin typeface="+mj-lt"/>
              </a:rPr>
              <a:t>openapi-simple.yml</a:t>
            </a:r>
            <a:endParaRPr lang="pt-BR" sz="2200" dirty="0">
              <a:latin typeface="+mj-lt"/>
            </a:endParaRPr>
          </a:p>
          <a:p>
            <a:pPr lvl="1"/>
            <a:r>
              <a:rPr lang="pt-BR" sz="2200" dirty="0">
                <a:latin typeface="+mj-lt"/>
              </a:rPr>
              <a:t>readme.md</a:t>
            </a:r>
          </a:p>
          <a:p>
            <a:pPr lvl="1"/>
            <a:r>
              <a:rPr lang="pt-BR" sz="2200" dirty="0">
                <a:latin typeface="+mj-lt"/>
              </a:rPr>
              <a:t>run-mockoon-docker.sh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492.700+ Proximos Passos fotos de stock, imagens e fotos royalty-free -  iStock">
            <a:extLst>
              <a:ext uri="{FF2B5EF4-FFF2-40B4-BE49-F238E27FC236}">
                <a16:creationId xmlns:a16="http://schemas.microsoft.com/office/drawing/2014/main" id="{772CCA05-4446-27C8-44AC-D6870B381FE1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>
          <a:blip r:embed="rId2">
            <a:duotone>
              <a:prstClr val="black"/>
              <a:schemeClr val="accent1">
                <a:tint val="45000"/>
                <a:satMod val="400000"/>
              </a:schemeClr>
            </a:duotone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06" b="6024"/>
          <a:stretch/>
        </p:blipFill>
        <p:spPr bwMode="auto">
          <a:xfrm>
            <a:off x="20" y="10"/>
            <a:ext cx="12191980" cy="685799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3079" name="Title 2">
            <a:extLst>
              <a:ext uri="{FF2B5EF4-FFF2-40B4-BE49-F238E27FC236}">
                <a16:creationId xmlns:a16="http://schemas.microsoft.com/office/drawing/2014/main" id="{73B15D8A-EFFC-D085-F357-C47F134CD6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2286000"/>
          </a:xfrm>
          <a:effectLst>
            <a:outerShdw blurRad="101600" dist="101600" dir="5400000" algn="ctr" rotWithShape="0">
              <a:schemeClr val="accent1">
                <a:lumMod val="50000"/>
              </a:schemeClr>
            </a:outerShdw>
          </a:effectLst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 que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fazer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 </a:t>
            </a:r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seguir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048136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Integração com Pipelines de CI/CD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1"/>
            <a:r>
              <a:rPr sz="2800" b="1" dirty="0" err="1"/>
              <a:t>Execução</a:t>
            </a:r>
            <a:r>
              <a:rPr sz="2800" b="1" dirty="0"/>
              <a:t> </a:t>
            </a:r>
            <a:r>
              <a:rPr sz="2800" b="1" dirty="0" err="1"/>
              <a:t>Automatizada</a:t>
            </a:r>
            <a:endParaRPr sz="2800" b="1" dirty="0"/>
          </a:p>
          <a:p>
            <a:pPr lvl="2"/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Iniciar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mock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como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parte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do pipeline de CI/CD</a:t>
            </a:r>
          </a:p>
          <a:p>
            <a:pPr lvl="2"/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Usar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em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testes de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integração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automatizados</a:t>
            </a:r>
            <a:endParaRPr lang="pt-BR" sz="2400" dirty="0">
              <a:solidFill>
                <a:schemeClr val="accent2">
                  <a:lumMod val="75000"/>
                </a:schemeClr>
              </a:solidFill>
            </a:endParaRPr>
          </a:p>
          <a:p>
            <a:pPr lvl="1"/>
            <a:r>
              <a:rPr sz="2800" b="1" dirty="0" err="1"/>
              <a:t>Configuração</a:t>
            </a:r>
            <a:r>
              <a:rPr sz="2800" b="1" dirty="0"/>
              <a:t> </a:t>
            </a:r>
            <a:r>
              <a:rPr sz="2800" b="1" dirty="0" err="1"/>
              <a:t>por</a:t>
            </a:r>
            <a:r>
              <a:rPr sz="2800" b="1" dirty="0"/>
              <a:t> </a:t>
            </a:r>
            <a:r>
              <a:rPr sz="2800" b="1" dirty="0" err="1"/>
              <a:t>Ambiente</a:t>
            </a:r>
            <a:endParaRPr sz="2800" b="1" dirty="0"/>
          </a:p>
          <a:p>
            <a:pPr lvl="2"/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Manter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configurações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específicas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para dev, test, staging</a:t>
            </a:r>
          </a:p>
          <a:p>
            <a:pPr lvl="2"/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Usar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variáveis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de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ambiente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para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configuração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dinâmica</a:t>
            </a:r>
            <a:endParaRPr lang="pt-BR" sz="2400" dirty="0">
              <a:solidFill>
                <a:schemeClr val="accent2">
                  <a:lumMod val="75000"/>
                </a:schemeClr>
              </a:solidFill>
            </a:endParaRPr>
          </a:p>
          <a:p>
            <a:pPr lvl="1"/>
            <a:r>
              <a:rPr sz="2800" b="1" dirty="0"/>
              <a:t>Testes de </a:t>
            </a:r>
            <a:r>
              <a:rPr sz="2800" b="1" dirty="0" err="1"/>
              <a:t>Regressão</a:t>
            </a:r>
            <a:endParaRPr sz="2800" b="1" dirty="0"/>
          </a:p>
          <a:p>
            <a:pPr lvl="2"/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Validar que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alterações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não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quebram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integrações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existentes</a:t>
            </a:r>
            <a:endParaRPr lang="pt-BR" sz="2400" dirty="0">
              <a:solidFill>
                <a:schemeClr val="accent2">
                  <a:lumMod val="75000"/>
                </a:schemeClr>
              </a:solidFill>
            </a:endParaRPr>
          </a:p>
          <a:p>
            <a:pPr lvl="2"/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Comparar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respostas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com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versões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2">
                    <a:lumMod val="75000"/>
                  </a:schemeClr>
                </a:solidFill>
              </a:rPr>
              <a:t>anteriores</a:t>
            </a:r>
            <a:r>
              <a:rPr lang="pt-BR" sz="2400" dirty="0">
                <a:solidFill>
                  <a:schemeClr val="accent2">
                    <a:lumMod val="75000"/>
                  </a:schemeClr>
                </a:solidFill>
              </a:rPr>
              <a:t> do mock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Limitações da Solução Atual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1"/>
            <a:r>
              <a:rPr sz="2800" b="1" dirty="0" err="1"/>
              <a:t>Simulação</a:t>
            </a:r>
            <a:r>
              <a:rPr sz="2800" b="1" dirty="0"/>
              <a:t> de </a:t>
            </a:r>
            <a:r>
              <a:rPr sz="2800" b="1" dirty="0" err="1"/>
              <a:t>Autenticação</a:t>
            </a:r>
            <a:endParaRPr sz="2800" b="1" dirty="0"/>
          </a:p>
          <a:p>
            <a:pPr lvl="2"/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Não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implementa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autenticação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real com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certificado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digital</a:t>
            </a:r>
          </a:p>
          <a:p>
            <a:pPr lvl="2"/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Simplifica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o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processo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de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autenticação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para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facilitar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testes</a:t>
            </a:r>
          </a:p>
          <a:p>
            <a:pPr lvl="1"/>
            <a:r>
              <a:rPr sz="2800" b="1" dirty="0"/>
              <a:t>Dados </a:t>
            </a:r>
            <a:r>
              <a:rPr sz="2800" b="1" dirty="0" err="1"/>
              <a:t>Estáticos</a:t>
            </a:r>
            <a:endParaRPr sz="2800" b="1" dirty="0"/>
          </a:p>
          <a:p>
            <a:pPr lvl="2"/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Respostas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predefinidas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,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sem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geração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dinâmica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complexa</a:t>
            </a:r>
            <a:endParaRPr sz="2400" dirty="0">
              <a:solidFill>
                <a:schemeClr val="accent2">
                  <a:lumMod val="75000"/>
                </a:schemeClr>
              </a:solidFill>
            </a:endParaRPr>
          </a:p>
          <a:p>
            <a:pPr lvl="2"/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Limitação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na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variabilidade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dos dados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retornados</a:t>
            </a:r>
            <a:endParaRPr sz="2400" dirty="0">
              <a:solidFill>
                <a:schemeClr val="accent2">
                  <a:lumMod val="75000"/>
                </a:schemeClr>
              </a:solidFill>
            </a:endParaRPr>
          </a:p>
          <a:p>
            <a:pPr lvl="1"/>
            <a:r>
              <a:rPr sz="2800" b="1" dirty="0" err="1"/>
              <a:t>Lógica</a:t>
            </a:r>
            <a:r>
              <a:rPr sz="2800" b="1" dirty="0"/>
              <a:t> de Negócio</a:t>
            </a:r>
          </a:p>
          <a:p>
            <a:pPr lvl="2"/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Não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implementa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regras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de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negócio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complexas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da API real</a:t>
            </a:r>
          </a:p>
          <a:p>
            <a:pPr lvl="2"/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Foco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na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estrutura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dos dados,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não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no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comportamento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completo</a:t>
            </a:r>
            <a:endParaRPr sz="24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Possíveis Melhorias Futuras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80457"/>
            <a:ext cx="10515600" cy="4696506"/>
          </a:xfrm>
        </p:spPr>
        <p:txBody>
          <a:bodyPr>
            <a:noAutofit/>
          </a:bodyPr>
          <a:lstStyle/>
          <a:p>
            <a:pPr lvl="1"/>
            <a:r>
              <a:rPr sz="2800" b="1" dirty="0" err="1"/>
              <a:t>Integração</a:t>
            </a:r>
            <a:r>
              <a:rPr sz="2800" b="1" dirty="0"/>
              <a:t> com </a:t>
            </a:r>
            <a:r>
              <a:rPr sz="2800" b="1" dirty="0" err="1"/>
              <a:t>OpenAPI</a:t>
            </a:r>
            <a:endParaRPr sz="2800" b="1" dirty="0"/>
          </a:p>
          <a:p>
            <a:pPr lvl="2"/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Importação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direta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da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especificação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OpenAPI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para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Mockoon</a:t>
            </a:r>
            <a:endParaRPr sz="2400" dirty="0">
              <a:solidFill>
                <a:schemeClr val="accent2">
                  <a:lumMod val="75000"/>
                </a:schemeClr>
              </a:solidFill>
            </a:endParaRPr>
          </a:p>
          <a:p>
            <a:pPr lvl="2"/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Atualização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automática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quando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a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especificação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mudar</a:t>
            </a:r>
          </a:p>
          <a:p>
            <a:pPr lvl="1"/>
            <a:r>
              <a:rPr sz="2800" b="1" dirty="0"/>
              <a:t>Dados </a:t>
            </a:r>
            <a:r>
              <a:rPr sz="2800" b="1" dirty="0" err="1"/>
              <a:t>Dinâmicos</a:t>
            </a:r>
            <a:r>
              <a:rPr sz="2800" b="1" dirty="0"/>
              <a:t> </a:t>
            </a:r>
            <a:r>
              <a:rPr sz="2800" b="1" dirty="0" err="1"/>
              <a:t>Avançados</a:t>
            </a:r>
            <a:endParaRPr sz="2800" b="1" dirty="0"/>
          </a:p>
          <a:p>
            <a:pPr lvl="2"/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Implementação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de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geradores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de dados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mais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sofisticados</a:t>
            </a:r>
            <a:endParaRPr sz="2400" dirty="0">
              <a:solidFill>
                <a:schemeClr val="accent2">
                  <a:lumMod val="75000"/>
                </a:schemeClr>
              </a:solidFill>
            </a:endParaRPr>
          </a:p>
          <a:p>
            <a:pPr lvl="2"/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Maior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variabilidade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nas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respostas</a:t>
            </a:r>
            <a:endParaRPr sz="2400" dirty="0">
              <a:solidFill>
                <a:schemeClr val="accent2">
                  <a:lumMod val="75000"/>
                </a:schemeClr>
              </a:solidFill>
            </a:endParaRPr>
          </a:p>
          <a:p>
            <a:pPr lvl="1"/>
            <a:r>
              <a:rPr sz="2800" b="1" dirty="0" err="1"/>
              <a:t>Containerização</a:t>
            </a:r>
            <a:endParaRPr sz="2800" b="1" dirty="0"/>
          </a:p>
          <a:p>
            <a:pPr lvl="2"/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Implementação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completa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com Docker para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portabilidade</a:t>
            </a:r>
            <a:endParaRPr sz="2400" dirty="0">
              <a:solidFill>
                <a:schemeClr val="accent2">
                  <a:lumMod val="75000"/>
                </a:schemeClr>
              </a:solidFill>
            </a:endParaRPr>
          </a:p>
          <a:p>
            <a:pPr lvl="2"/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Orquestração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com Kubernetes para ambientes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complexos</a:t>
            </a:r>
            <a:endParaRPr sz="2400" dirty="0">
              <a:solidFill>
                <a:schemeClr val="accent2">
                  <a:lumMod val="75000"/>
                </a:schemeClr>
              </a:solidFill>
            </a:endParaRPr>
          </a:p>
          <a:p>
            <a:pPr lvl="1"/>
            <a:r>
              <a:rPr sz="2800" b="1" dirty="0"/>
              <a:t>Interface de </a:t>
            </a:r>
            <a:r>
              <a:rPr sz="2800" b="1" dirty="0" err="1"/>
              <a:t>Administração</a:t>
            </a:r>
            <a:endParaRPr sz="2800" b="1" dirty="0"/>
          </a:p>
          <a:p>
            <a:pPr lvl="2"/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Dashboard para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monitoramento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e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configuração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em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tempo real</a:t>
            </a:r>
          </a:p>
          <a:p>
            <a:pPr lvl="2"/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Controle de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usuários</a:t>
            </a:r>
            <a:r>
              <a:rPr sz="2400" dirty="0">
                <a:solidFill>
                  <a:schemeClr val="accent2">
                    <a:lumMod val="75000"/>
                  </a:schemeClr>
                </a:solidFill>
              </a:rPr>
              <a:t> e </a:t>
            </a:r>
            <a:r>
              <a:rPr sz="2400" dirty="0" err="1">
                <a:solidFill>
                  <a:schemeClr val="accent2">
                    <a:lumMod val="75000"/>
                  </a:schemeClr>
                </a:solidFill>
              </a:rPr>
              <a:t>permissões</a:t>
            </a:r>
            <a:endParaRPr sz="2400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Perguntas e Respostas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Recursos Adicionais e Documentação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sz="2800" b="1" dirty="0"/>
              <a:t>Documentação Oficial</a:t>
            </a:r>
          </a:p>
          <a:p>
            <a:pPr lvl="2"/>
            <a:r>
              <a:rPr sz="2400" dirty="0" err="1">
                <a:hlinkClick r:id="rId2"/>
              </a:rPr>
              <a:t>Mockoon</a:t>
            </a:r>
            <a:r>
              <a:rPr sz="2400" dirty="0">
                <a:hlinkClick r:id="rId2"/>
              </a:rPr>
              <a:t> </a:t>
            </a:r>
            <a:r>
              <a:rPr sz="2400" dirty="0" err="1">
                <a:hlinkClick r:id="rId2"/>
              </a:rPr>
              <a:t>Documentation</a:t>
            </a:r>
            <a:endParaRPr sz="2400" dirty="0">
              <a:hlinkClick r:id="rId2"/>
            </a:endParaRPr>
          </a:p>
          <a:p>
            <a:pPr lvl="2"/>
            <a:r>
              <a:rPr sz="2400" dirty="0" err="1">
                <a:hlinkClick r:id="rId3"/>
              </a:rPr>
              <a:t>Mockoon</a:t>
            </a:r>
            <a:r>
              <a:rPr sz="2400" dirty="0">
                <a:hlinkClick r:id="rId3"/>
              </a:rPr>
              <a:t> CLI GitHub</a:t>
            </a:r>
          </a:p>
          <a:p>
            <a:pPr lvl="1"/>
            <a:r>
              <a:rPr sz="2800" b="1" dirty="0"/>
              <a:t>Tutoriais e Exemplos</a:t>
            </a:r>
          </a:p>
          <a:p>
            <a:pPr lvl="2"/>
            <a:r>
              <a:rPr sz="2400" dirty="0" err="1">
                <a:hlinkClick r:id="rId4"/>
              </a:rPr>
              <a:t>Mockoon</a:t>
            </a:r>
            <a:r>
              <a:rPr sz="2400" dirty="0">
                <a:hlinkClick r:id="rId4"/>
              </a:rPr>
              <a:t> </a:t>
            </a:r>
            <a:r>
              <a:rPr sz="2400" dirty="0" err="1">
                <a:hlinkClick r:id="rId4"/>
              </a:rPr>
              <a:t>Tutorials</a:t>
            </a:r>
            <a:endParaRPr sz="2400" dirty="0">
              <a:hlinkClick r:id="rId4"/>
            </a:endParaRPr>
          </a:p>
          <a:p>
            <a:pPr lvl="2"/>
            <a:r>
              <a:rPr sz="2400" dirty="0"/>
              <a:t>Exemplos no repositório do projeto</a:t>
            </a:r>
          </a:p>
          <a:p>
            <a:pPr lvl="1"/>
            <a:r>
              <a:rPr sz="2800" b="1" dirty="0"/>
              <a:t>Comunidade e Suporte</a:t>
            </a:r>
          </a:p>
          <a:p>
            <a:pPr lvl="2"/>
            <a:r>
              <a:rPr sz="2400" dirty="0" err="1">
                <a:hlinkClick r:id="rId5"/>
              </a:rPr>
              <a:t>Mockoon</a:t>
            </a:r>
            <a:r>
              <a:rPr sz="2400" dirty="0">
                <a:hlinkClick r:id="rId5"/>
              </a:rPr>
              <a:t> Community</a:t>
            </a:r>
          </a:p>
          <a:p>
            <a:pPr lvl="2"/>
            <a:r>
              <a:rPr sz="2400" dirty="0"/>
              <a:t>Canais internos de suporte da equipe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ço Reservado para Imagem 11" descr="Uma imagem ampliada de pontos&#10;">
            <a:extLst>
              <a:ext uri="{FF2B5EF4-FFF2-40B4-BE49-F238E27FC236}">
                <a16:creationId xmlns:a16="http://schemas.microsoft.com/office/drawing/2014/main" id="{030E03B4-DAB0-F43D-4B1C-C54F75E621A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4AB1CD4B-2C7F-1593-8E69-B7450F3DC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37" y="400485"/>
            <a:ext cx="9467127" cy="2527911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r>
              <a:rPr lang="pt-BR" dirty="0" err="1"/>
              <a:t>OBRIGADa</a:t>
            </a:r>
            <a:endParaRPr lang="pt-BR" dirty="0"/>
          </a:p>
        </p:txBody>
      </p:sp>
      <p:sp>
        <p:nvSpPr>
          <p:cNvPr id="8" name="Espaço Reservado para Texto 7">
            <a:extLst>
              <a:ext uri="{FF2B5EF4-FFF2-40B4-BE49-F238E27FC236}">
                <a16:creationId xmlns:a16="http://schemas.microsoft.com/office/drawing/2014/main" id="{86613063-168A-02B8-4326-BB842F3B83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62075" y="3738622"/>
            <a:ext cx="9467850" cy="2527911"/>
          </a:xfrm>
        </p:spPr>
        <p:txBody>
          <a:bodyPr rtlCol="0"/>
          <a:lstStyle>
            <a:defPPr>
              <a:defRPr lang="pt-BR"/>
            </a:defPPr>
          </a:lstStyle>
          <a:p>
            <a:pPr rtl="0"/>
            <a:endParaRPr lang="pt-BR" dirty="0"/>
          </a:p>
          <a:p>
            <a:pPr rtl="0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84472291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Verde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Custom 99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55661986_Win32_SL_V16" id="{C08B0D31-9878-4B86-9AA2-489D9D63805D}" vid="{DECC9CCA-8386-4D88-B03D-E024FA4FDFC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F048343-1EA9-44C3-883E-652FAAF071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5C2645A-E767-4D7E-984D-234E531E455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F2A2379-DD35-4769-BFD6-4857D72F80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333</TotalTime>
  <Words>677</Words>
  <Application>Microsoft Office PowerPoint</Application>
  <PresentationFormat>Widescreen</PresentationFormat>
  <Paragraphs>147</Paragraphs>
  <Slides>22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8" baseType="lpstr">
      <vt:lpstr>Aptos</vt:lpstr>
      <vt:lpstr>Arial</vt:lpstr>
      <vt:lpstr>Calibri</vt:lpstr>
      <vt:lpstr>Congenial Black</vt:lpstr>
      <vt:lpstr>Wingdings</vt:lpstr>
      <vt:lpstr>Personalizado</vt:lpstr>
      <vt:lpstr>API Mock e-Frotas  com Mockoon</vt:lpstr>
      <vt:lpstr>AGENDA</vt:lpstr>
      <vt:lpstr>Introdução</vt:lpstr>
      <vt:lpstr>O Problema</vt:lpstr>
      <vt:lpstr>O Objetivos do Projeto</vt:lpstr>
      <vt:lpstr>Conceitos  Fundamentais</vt:lpstr>
      <vt:lpstr>Desafios no Desenvolvimento  com APIs Externas</vt:lpstr>
      <vt:lpstr>Desafios no Desenvolvimento  com APIs Externas</vt:lpstr>
      <vt:lpstr>O que são APIs Mock?</vt:lpstr>
      <vt:lpstr>Mockoon</vt:lpstr>
      <vt:lpstr>Comparação com Outras Ferramentas</vt:lpstr>
      <vt:lpstr>Hands ON</vt:lpstr>
      <vt:lpstr>Next</vt:lpstr>
      <vt:lpstr>Arquivos utilizados</vt:lpstr>
      <vt:lpstr>Github:  /bisslee/labs-api-mock-with-mockoon</vt:lpstr>
      <vt:lpstr>O que fazer a seguir?</vt:lpstr>
      <vt:lpstr>Integração com Pipelines de CI/CD</vt:lpstr>
      <vt:lpstr>Limitações da Solução Atual</vt:lpstr>
      <vt:lpstr>Possíveis Melhorias Futuras</vt:lpstr>
      <vt:lpstr>Perguntas e Respostas</vt:lpstr>
      <vt:lpstr>Recursos Adicionais e Documentação</vt:lpstr>
      <vt:lpstr>OBRIGADa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Ivana Santos</cp:lastModifiedBy>
  <cp:revision>11</cp:revision>
  <dcterms:created xsi:type="dcterms:W3CDTF">2024-02-14T18:56:44Z</dcterms:created>
  <dcterms:modified xsi:type="dcterms:W3CDTF">2025-04-14T18:27:35Z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